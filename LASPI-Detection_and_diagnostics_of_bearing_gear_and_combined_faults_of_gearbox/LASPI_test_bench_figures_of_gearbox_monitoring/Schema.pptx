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8" r:id="rId2"/>
    <p:sldId id="259" r:id="rId3"/>
  </p:sldIdLst>
  <p:sldSz cx="6840538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>
        <p:scale>
          <a:sx n="278" d="100"/>
          <a:sy n="278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041" y="883861"/>
            <a:ext cx="5814457" cy="1880235"/>
          </a:xfrm>
        </p:spPr>
        <p:txBody>
          <a:bodyPr anchor="b"/>
          <a:lstStyle>
            <a:lvl1pPr algn="ctr">
              <a:defRPr sz="448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2836605"/>
            <a:ext cx="5130404" cy="1303913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031" indent="0" algn="ctr">
              <a:buNone/>
              <a:defRPr sz="1496"/>
            </a:lvl2pPr>
            <a:lvl3pPr marL="684063" indent="0" algn="ctr">
              <a:buNone/>
              <a:defRPr sz="1347"/>
            </a:lvl3pPr>
            <a:lvl4pPr marL="1026094" indent="0" algn="ctr">
              <a:buNone/>
              <a:defRPr sz="1197"/>
            </a:lvl4pPr>
            <a:lvl5pPr marL="1368125" indent="0" algn="ctr">
              <a:buNone/>
              <a:defRPr sz="1197"/>
            </a:lvl5pPr>
            <a:lvl6pPr marL="1710157" indent="0" algn="ctr">
              <a:buNone/>
              <a:defRPr sz="1197"/>
            </a:lvl6pPr>
            <a:lvl7pPr marL="2052188" indent="0" algn="ctr">
              <a:buNone/>
              <a:defRPr sz="1197"/>
            </a:lvl7pPr>
            <a:lvl8pPr marL="2394219" indent="0" algn="ctr">
              <a:buNone/>
              <a:defRPr sz="1197"/>
            </a:lvl8pPr>
            <a:lvl9pPr marL="2736251" indent="0" algn="ctr">
              <a:buNone/>
              <a:defRPr sz="1197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81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7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5" y="1346420"/>
            <a:ext cx="5899964" cy="2246530"/>
          </a:xfrm>
        </p:spPr>
        <p:txBody>
          <a:bodyPr anchor="b"/>
          <a:lstStyle>
            <a:lvl1pPr>
              <a:defRPr sz="448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5" y="3614203"/>
            <a:ext cx="5899964" cy="1181397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/>
                </a:solidFill>
              </a:defRPr>
            </a:lvl1pPr>
            <a:lvl2pPr marL="342031" indent="0">
              <a:buNone/>
              <a:defRPr sz="1496">
                <a:solidFill>
                  <a:schemeClr val="tx1">
                    <a:tint val="75000"/>
                  </a:schemeClr>
                </a:solidFill>
              </a:defRPr>
            </a:lvl2pPr>
            <a:lvl3pPr marL="684063" indent="0">
              <a:buNone/>
              <a:defRPr sz="1347">
                <a:solidFill>
                  <a:schemeClr val="tx1">
                    <a:tint val="75000"/>
                  </a:schemeClr>
                </a:solidFill>
              </a:defRPr>
            </a:lvl3pPr>
            <a:lvl4pPr marL="102609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36812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71015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052188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39421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2736251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82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7" y="1437680"/>
            <a:ext cx="2907229" cy="34266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2" y="1437680"/>
            <a:ext cx="2907229" cy="34266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26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287537"/>
            <a:ext cx="5899964" cy="1043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9" y="1323916"/>
            <a:ext cx="2893868" cy="648831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9" y="1972747"/>
            <a:ext cx="2893868" cy="29016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3" y="1323916"/>
            <a:ext cx="2908120" cy="648831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3" y="1972747"/>
            <a:ext cx="2908120" cy="29016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84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2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360045"/>
            <a:ext cx="2206252" cy="1260158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777598"/>
            <a:ext cx="3463022" cy="3837980"/>
          </a:xfrm>
        </p:spPr>
        <p:txBody>
          <a:bodyPr/>
          <a:lstStyle>
            <a:lvl1pPr>
              <a:defRPr sz="2394"/>
            </a:lvl1pPr>
            <a:lvl2pPr>
              <a:defRPr sz="2095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1620202"/>
            <a:ext cx="2206252" cy="3001626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7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360045"/>
            <a:ext cx="2206252" cy="1260158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777598"/>
            <a:ext cx="3463022" cy="3837980"/>
          </a:xfrm>
        </p:spPr>
        <p:txBody>
          <a:bodyPr anchor="t"/>
          <a:lstStyle>
            <a:lvl1pPr marL="0" indent="0">
              <a:buNone/>
              <a:defRPr sz="2394"/>
            </a:lvl1pPr>
            <a:lvl2pPr marL="342031" indent="0">
              <a:buNone/>
              <a:defRPr sz="2095"/>
            </a:lvl2pPr>
            <a:lvl3pPr marL="684063" indent="0">
              <a:buNone/>
              <a:defRPr sz="1795"/>
            </a:lvl3pPr>
            <a:lvl4pPr marL="1026094" indent="0">
              <a:buNone/>
              <a:defRPr sz="1496"/>
            </a:lvl4pPr>
            <a:lvl5pPr marL="1368125" indent="0">
              <a:buNone/>
              <a:defRPr sz="1496"/>
            </a:lvl5pPr>
            <a:lvl6pPr marL="1710157" indent="0">
              <a:buNone/>
              <a:defRPr sz="1496"/>
            </a:lvl6pPr>
            <a:lvl7pPr marL="2052188" indent="0">
              <a:buNone/>
              <a:defRPr sz="1496"/>
            </a:lvl7pPr>
            <a:lvl8pPr marL="2394219" indent="0">
              <a:buNone/>
              <a:defRPr sz="1496"/>
            </a:lvl8pPr>
            <a:lvl9pPr marL="2736251" indent="0">
              <a:buNone/>
              <a:defRPr sz="1496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1620202"/>
            <a:ext cx="2206252" cy="3001626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14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3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0" y="287536"/>
            <a:ext cx="1474991" cy="4576822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8" y="287536"/>
            <a:ext cx="4339466" cy="457682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AD41F-9F01-4C49-B5E4-00C0206442B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0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287537"/>
            <a:ext cx="5899964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1437680"/>
            <a:ext cx="5899964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7" y="5005627"/>
            <a:ext cx="1539121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AD41F-9F01-4C49-B5E4-00C0206442B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5005627"/>
            <a:ext cx="230868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0" y="5005627"/>
            <a:ext cx="1539121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8C9FD-9537-49FD-B81B-CF3F1CAF152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6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84063" rtl="0" eaLnBrk="1" latinLnBrk="0" hangingPunct="1">
        <a:lnSpc>
          <a:spcPct val="90000"/>
        </a:lnSpc>
        <a:spcBef>
          <a:spcPct val="0"/>
        </a:spcBef>
        <a:buNone/>
        <a:defRPr sz="32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016" indent="-171016" algn="l" defTabSz="684063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1pPr>
      <a:lvl2pPr marL="513047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855078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3pPr>
      <a:lvl4pPr marL="1197110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539141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881172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223204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565235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907266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1pPr>
      <a:lvl2pPr marL="342031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2pPr>
      <a:lvl3pPr marL="684063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3pPr>
      <a:lvl4pPr marL="1026094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368125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710157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052188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394219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736251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76">
            <a:extLst>
              <a:ext uri="{FF2B5EF4-FFF2-40B4-BE49-F238E27FC236}">
                <a16:creationId xmlns:a16="http://schemas.microsoft.com/office/drawing/2014/main" id="{2D382812-98BC-739D-8F8E-EE3D040BB6F7}"/>
              </a:ext>
            </a:extLst>
          </p:cNvPr>
          <p:cNvSpPr/>
          <p:nvPr/>
        </p:nvSpPr>
        <p:spPr>
          <a:xfrm>
            <a:off x="737898" y="2518671"/>
            <a:ext cx="5840514" cy="93224"/>
          </a:xfrm>
          <a:prstGeom prst="rect">
            <a:avLst/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F9D06B5-13DF-D3DE-D627-FCC635AEBBA8}"/>
              </a:ext>
            </a:extLst>
          </p:cNvPr>
          <p:cNvSpPr/>
          <p:nvPr/>
        </p:nvSpPr>
        <p:spPr>
          <a:xfrm rot="5400000">
            <a:off x="1347920" y="2924021"/>
            <a:ext cx="0" cy="112182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179" name="AutoShape 141">
            <a:extLst>
              <a:ext uri="{FF2B5EF4-FFF2-40B4-BE49-F238E27FC236}">
                <a16:creationId xmlns:a16="http://schemas.microsoft.com/office/drawing/2014/main" id="{F4F181B4-41EC-A124-59D7-B9AF04179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137" y="2304713"/>
            <a:ext cx="219193" cy="58378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 sz="1100">
              <a:latin typeface="+mj-lt"/>
            </a:endParaRPr>
          </a:p>
        </p:txBody>
      </p:sp>
      <p:sp>
        <p:nvSpPr>
          <p:cNvPr id="182" name="Forme libre 181">
            <a:extLst>
              <a:ext uri="{FF2B5EF4-FFF2-40B4-BE49-F238E27FC236}">
                <a16:creationId xmlns:a16="http://schemas.microsoft.com/office/drawing/2014/main" id="{7C2CDF21-AD5D-F041-DEC2-FAAD4A95F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8481" y="2388300"/>
            <a:ext cx="219193" cy="353971"/>
          </a:xfrm>
          <a:custGeom>
            <a:avLst/>
            <a:gdLst>
              <a:gd name="connsiteX0" fmla="*/ 22293 w 133756"/>
              <a:gd name="connsiteY0" fmla="*/ 0 h 216000"/>
              <a:gd name="connsiteX1" fmla="*/ 111463 w 133756"/>
              <a:gd name="connsiteY1" fmla="*/ 0 h 216000"/>
              <a:gd name="connsiteX2" fmla="*/ 133756 w 133756"/>
              <a:gd name="connsiteY2" fmla="*/ 22293 h 216000"/>
              <a:gd name="connsiteX3" fmla="*/ 133756 w 133756"/>
              <a:gd name="connsiteY3" fmla="*/ 193707 h 216000"/>
              <a:gd name="connsiteX4" fmla="*/ 111463 w 133756"/>
              <a:gd name="connsiteY4" fmla="*/ 216000 h 216000"/>
              <a:gd name="connsiteX5" fmla="*/ 22293 w 133756"/>
              <a:gd name="connsiteY5" fmla="*/ 216000 h 216000"/>
              <a:gd name="connsiteX6" fmla="*/ 0 w 133756"/>
              <a:gd name="connsiteY6" fmla="*/ 193707 h 216000"/>
              <a:gd name="connsiteX7" fmla="*/ 0 w 133756"/>
              <a:gd name="connsiteY7" fmla="*/ 136444 h 216000"/>
              <a:gd name="connsiteX8" fmla="*/ 100654 w 133756"/>
              <a:gd name="connsiteY8" fmla="*/ 136444 h 216000"/>
              <a:gd name="connsiteX9" fmla="*/ 100654 w 133756"/>
              <a:gd name="connsiteY9" fmla="*/ 79557 h 216000"/>
              <a:gd name="connsiteX10" fmla="*/ 0 w 133756"/>
              <a:gd name="connsiteY10" fmla="*/ 79557 h 216000"/>
              <a:gd name="connsiteX11" fmla="*/ 0 w 133756"/>
              <a:gd name="connsiteY11" fmla="*/ 22293 h 216000"/>
              <a:gd name="connsiteX12" fmla="*/ 22293 w 133756"/>
              <a:gd name="connsiteY12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3756" h="216000">
                <a:moveTo>
                  <a:pt x="22293" y="0"/>
                </a:moveTo>
                <a:lnTo>
                  <a:pt x="111463" y="0"/>
                </a:lnTo>
                <a:cubicBezTo>
                  <a:pt x="123775" y="0"/>
                  <a:pt x="133756" y="9981"/>
                  <a:pt x="133756" y="22293"/>
                </a:cubicBezTo>
                <a:lnTo>
                  <a:pt x="133756" y="193707"/>
                </a:lnTo>
                <a:cubicBezTo>
                  <a:pt x="133756" y="206019"/>
                  <a:pt x="123775" y="216000"/>
                  <a:pt x="111463" y="216000"/>
                </a:cubicBezTo>
                <a:lnTo>
                  <a:pt x="22293" y="216000"/>
                </a:lnTo>
                <a:cubicBezTo>
                  <a:pt x="9981" y="216000"/>
                  <a:pt x="0" y="206019"/>
                  <a:pt x="0" y="193707"/>
                </a:cubicBezTo>
                <a:lnTo>
                  <a:pt x="0" y="136444"/>
                </a:lnTo>
                <a:lnTo>
                  <a:pt x="100654" y="136444"/>
                </a:lnTo>
                <a:lnTo>
                  <a:pt x="100654" y="79557"/>
                </a:lnTo>
                <a:lnTo>
                  <a:pt x="0" y="79557"/>
                </a:lnTo>
                <a:lnTo>
                  <a:pt x="0" y="22293"/>
                </a:lnTo>
                <a:cubicBezTo>
                  <a:pt x="0" y="9981"/>
                  <a:pt x="9981" y="0"/>
                  <a:pt x="22293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 sz="1100">
              <a:latin typeface="+mj-lt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87333229-95F2-C523-B25F-A3C7C7F5B01B}"/>
              </a:ext>
            </a:extLst>
          </p:cNvPr>
          <p:cNvSpPr/>
          <p:nvPr/>
        </p:nvSpPr>
        <p:spPr>
          <a:xfrm>
            <a:off x="1213716" y="1917948"/>
            <a:ext cx="124114" cy="176985"/>
          </a:xfrm>
          <a:prstGeom prst="rect">
            <a:avLst/>
          </a:prstGeom>
          <a:solidFill>
            <a:srgbClr val="00B050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7545271F-2646-9C70-1708-4AA4C3074F2E}"/>
              </a:ext>
            </a:extLst>
          </p:cNvPr>
          <p:cNvSpPr/>
          <p:nvPr/>
        </p:nvSpPr>
        <p:spPr>
          <a:xfrm>
            <a:off x="1238312" y="1805702"/>
            <a:ext cx="74922" cy="112183"/>
          </a:xfrm>
          <a:prstGeom prst="rect">
            <a:avLst/>
          </a:prstGeom>
          <a:solidFill>
            <a:srgbClr val="00B050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grpSp>
        <p:nvGrpSpPr>
          <p:cNvPr id="188" name="Groupe 187">
            <a:extLst>
              <a:ext uri="{FF2B5EF4-FFF2-40B4-BE49-F238E27FC236}">
                <a16:creationId xmlns:a16="http://schemas.microsoft.com/office/drawing/2014/main" id="{FE115739-2116-A893-5A4D-4FF99ACEBE11}"/>
              </a:ext>
            </a:extLst>
          </p:cNvPr>
          <p:cNvGrpSpPr/>
          <p:nvPr/>
        </p:nvGrpSpPr>
        <p:grpSpPr>
          <a:xfrm rot="16200000">
            <a:off x="859774" y="2635647"/>
            <a:ext cx="124114" cy="289232"/>
            <a:chOff x="329850" y="4001606"/>
            <a:chExt cx="75737" cy="176495"/>
          </a:xfrm>
          <a:solidFill>
            <a:srgbClr val="7030A0"/>
          </a:solidFill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A7A7E5C4-7014-C0A1-4C5C-A39E3A35B717}"/>
                </a:ext>
              </a:extLst>
            </p:cNvPr>
            <p:cNvSpPr/>
            <p:nvPr/>
          </p:nvSpPr>
          <p:spPr>
            <a:xfrm>
              <a:off x="329850" y="4070101"/>
              <a:ext cx="75737" cy="108000"/>
            </a:xfrm>
            <a:prstGeom prst="rect">
              <a:avLst/>
            </a:prstGeom>
            <a:grp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atin typeface="+mj-lt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8E9C2BDD-A824-8DD6-90CD-F2D71A86D6E2}"/>
                </a:ext>
              </a:extLst>
            </p:cNvPr>
            <p:cNvSpPr/>
            <p:nvPr/>
          </p:nvSpPr>
          <p:spPr>
            <a:xfrm>
              <a:off x="344859" y="4001606"/>
              <a:ext cx="45719" cy="68456"/>
            </a:xfrm>
            <a:prstGeom prst="rect">
              <a:avLst/>
            </a:prstGeom>
            <a:grp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atin typeface="+mj-lt"/>
              </a:endParaRPr>
            </a:p>
          </p:txBody>
        </p:sp>
      </p:grpSp>
      <p:sp>
        <p:nvSpPr>
          <p:cNvPr id="194" name="Rectangle : coins arrondis 193">
            <a:extLst>
              <a:ext uri="{FF2B5EF4-FFF2-40B4-BE49-F238E27FC236}">
                <a16:creationId xmlns:a16="http://schemas.microsoft.com/office/drawing/2014/main" id="{F1FA8C10-D4FC-F941-8ECA-97536EA35395}"/>
              </a:ext>
            </a:extLst>
          </p:cNvPr>
          <p:cNvSpPr>
            <a:spLocks/>
          </p:cNvSpPr>
          <p:nvPr/>
        </p:nvSpPr>
        <p:spPr>
          <a:xfrm>
            <a:off x="1069749" y="2095061"/>
            <a:ext cx="1837374" cy="884927"/>
          </a:xfrm>
          <a:prstGeom prst="roundRect">
            <a:avLst>
              <a:gd name="adj" fmla="val 3410"/>
            </a:avLst>
          </a:prstGeom>
          <a:solidFill>
            <a:schemeClr val="bg1"/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+mj-lt"/>
              </a:rPr>
              <a:t>Induction </a:t>
            </a:r>
            <a:r>
              <a:rPr lang="fr-FR" dirty="0" err="1">
                <a:latin typeface="+mj-lt"/>
              </a:rPr>
              <a:t>motor</a:t>
            </a:r>
            <a:endParaRPr lang="fr-FR" dirty="0">
              <a:latin typeface="+mj-lt"/>
            </a:endParaRPr>
          </a:p>
        </p:txBody>
      </p:sp>
      <p:sp>
        <p:nvSpPr>
          <p:cNvPr id="240" name="Ellipse 239">
            <a:extLst>
              <a:ext uri="{FF2B5EF4-FFF2-40B4-BE49-F238E27FC236}">
                <a16:creationId xmlns:a16="http://schemas.microsoft.com/office/drawing/2014/main" id="{E84BC3B3-D8B8-4FC7-87F0-6F79AC386AAD}"/>
              </a:ext>
            </a:extLst>
          </p:cNvPr>
          <p:cNvSpPr/>
          <p:nvPr/>
        </p:nvSpPr>
        <p:spPr>
          <a:xfrm>
            <a:off x="1236806" y="2816181"/>
            <a:ext cx="169432" cy="113943"/>
          </a:xfrm>
          <a:prstGeom prst="ellips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147" name="Groupe 2146">
            <a:extLst>
              <a:ext uri="{FF2B5EF4-FFF2-40B4-BE49-F238E27FC236}">
                <a16:creationId xmlns:a16="http://schemas.microsoft.com/office/drawing/2014/main" id="{7364575B-6058-6F02-E2F8-41F44C45CD9B}"/>
              </a:ext>
            </a:extLst>
          </p:cNvPr>
          <p:cNvGrpSpPr/>
          <p:nvPr/>
        </p:nvGrpSpPr>
        <p:grpSpPr>
          <a:xfrm>
            <a:off x="4143164" y="3776360"/>
            <a:ext cx="2255317" cy="1332804"/>
            <a:chOff x="8673454" y="2181881"/>
            <a:chExt cx="1376240" cy="813303"/>
          </a:xfrm>
        </p:grpSpPr>
        <p:sp>
          <p:nvSpPr>
            <p:cNvPr id="214" name="Rectangle : coins arrondis 213">
              <a:extLst>
                <a:ext uri="{FF2B5EF4-FFF2-40B4-BE49-F238E27FC236}">
                  <a16:creationId xmlns:a16="http://schemas.microsoft.com/office/drawing/2014/main" id="{C9CF4353-A83B-520C-53F5-7456CF9B4CC1}"/>
                </a:ext>
              </a:extLst>
            </p:cNvPr>
            <p:cNvSpPr>
              <a:spLocks/>
            </p:cNvSpPr>
            <p:nvPr/>
          </p:nvSpPr>
          <p:spPr>
            <a:xfrm>
              <a:off x="8673454" y="2220478"/>
              <a:ext cx="1374532" cy="774706"/>
            </a:xfrm>
            <a:prstGeom prst="roundRect">
              <a:avLst>
                <a:gd name="adj" fmla="val 3410"/>
              </a:avLst>
            </a:prstGeom>
            <a:noFill/>
            <a:ln w="31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100" dirty="0">
                <a:latin typeface="+mj-lt"/>
              </a:endParaRPr>
            </a:p>
          </p:txBody>
        </p:sp>
        <p:pic>
          <p:nvPicPr>
            <p:cNvPr id="218" name="Image 217">
              <a:extLst>
                <a:ext uri="{FF2B5EF4-FFF2-40B4-BE49-F238E27FC236}">
                  <a16:creationId xmlns:a16="http://schemas.microsoft.com/office/drawing/2014/main" id="{0EB28DB8-C72A-D36C-66EA-6468D736BF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135" t="76055" r="39008" b="4553"/>
            <a:stretch/>
          </p:blipFill>
          <p:spPr bwMode="auto">
            <a:xfrm>
              <a:off x="8749654" y="2298390"/>
              <a:ext cx="770694" cy="5244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5BC28561-0961-42E0-6536-9D3E3BEDB85E}"/>
                </a:ext>
              </a:extLst>
            </p:cNvPr>
            <p:cNvSpPr/>
            <p:nvPr/>
          </p:nvSpPr>
          <p:spPr>
            <a:xfrm>
              <a:off x="9555287" y="2362465"/>
              <a:ext cx="82732" cy="4571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AB45ED47-B94E-5FB5-A68C-EDDA67454653}"/>
                </a:ext>
              </a:extLst>
            </p:cNvPr>
            <p:cNvSpPr/>
            <p:nvPr/>
          </p:nvSpPr>
          <p:spPr>
            <a:xfrm>
              <a:off x="9555287" y="2454890"/>
              <a:ext cx="82732" cy="4571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DF09A51D-42A2-B05C-AB2B-958784033941}"/>
                </a:ext>
              </a:extLst>
            </p:cNvPr>
            <p:cNvSpPr/>
            <p:nvPr/>
          </p:nvSpPr>
          <p:spPr>
            <a:xfrm>
              <a:off x="9555287" y="2550018"/>
              <a:ext cx="82732" cy="4571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C3F86D92-154C-EAA3-747A-ECFBC754270A}"/>
                </a:ext>
              </a:extLst>
            </p:cNvPr>
            <p:cNvSpPr/>
            <p:nvPr/>
          </p:nvSpPr>
          <p:spPr>
            <a:xfrm>
              <a:off x="9555287" y="2648836"/>
              <a:ext cx="82732" cy="4571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8B8588B9-1EE7-53BA-DAEE-406707595FCC}"/>
                </a:ext>
              </a:extLst>
            </p:cNvPr>
            <p:cNvSpPr/>
            <p:nvPr/>
          </p:nvSpPr>
          <p:spPr>
            <a:xfrm>
              <a:off x="9555286" y="2745387"/>
              <a:ext cx="473445" cy="4571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043F2863-CDA8-F6C8-E0B0-9D669461B034}"/>
                </a:ext>
              </a:extLst>
            </p:cNvPr>
            <p:cNvSpPr/>
            <p:nvPr/>
          </p:nvSpPr>
          <p:spPr>
            <a:xfrm>
              <a:off x="9662074" y="2362465"/>
              <a:ext cx="82732" cy="4571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E38AB8DA-CDF4-44A6-63C6-56ECEEA82135}"/>
                </a:ext>
              </a:extLst>
            </p:cNvPr>
            <p:cNvSpPr/>
            <p:nvPr/>
          </p:nvSpPr>
          <p:spPr>
            <a:xfrm>
              <a:off x="9662074" y="2454890"/>
              <a:ext cx="82732" cy="4571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9358A033-3FE8-A2A9-988E-7DE32AB81429}"/>
                </a:ext>
              </a:extLst>
            </p:cNvPr>
            <p:cNvSpPr/>
            <p:nvPr/>
          </p:nvSpPr>
          <p:spPr>
            <a:xfrm>
              <a:off x="9662074" y="2550018"/>
              <a:ext cx="82732" cy="4571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8EF95B8A-1FAE-2F35-A0C1-2D494DABFC4B}"/>
                </a:ext>
              </a:extLst>
            </p:cNvPr>
            <p:cNvSpPr/>
            <p:nvPr/>
          </p:nvSpPr>
          <p:spPr>
            <a:xfrm>
              <a:off x="9662074" y="2648836"/>
              <a:ext cx="82732" cy="4571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510BF260-2F4B-979C-2682-0D1E91D262DD}"/>
                </a:ext>
              </a:extLst>
            </p:cNvPr>
            <p:cNvSpPr/>
            <p:nvPr/>
          </p:nvSpPr>
          <p:spPr>
            <a:xfrm>
              <a:off x="9781157" y="2350815"/>
              <a:ext cx="252000" cy="46800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0B3B8151-3FCF-9A44-6763-03F0639476C1}"/>
                </a:ext>
              </a:extLst>
            </p:cNvPr>
            <p:cNvSpPr/>
            <p:nvPr/>
          </p:nvSpPr>
          <p:spPr>
            <a:xfrm>
              <a:off x="9806923" y="2557738"/>
              <a:ext cx="36000" cy="3600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33AF7A10-BF35-1A27-BE46-82D5F3D08381}"/>
                </a:ext>
              </a:extLst>
            </p:cNvPr>
            <p:cNvSpPr/>
            <p:nvPr/>
          </p:nvSpPr>
          <p:spPr>
            <a:xfrm>
              <a:off x="9807934" y="2606217"/>
              <a:ext cx="36000" cy="3600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4D974B0C-EC54-1615-3721-0F4CE37D959B}"/>
                </a:ext>
              </a:extLst>
            </p:cNvPr>
            <p:cNvSpPr/>
            <p:nvPr/>
          </p:nvSpPr>
          <p:spPr>
            <a:xfrm>
              <a:off x="9864421" y="2606217"/>
              <a:ext cx="36000" cy="3600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4F5ED429-033A-C178-F6AB-CB8A37AB38F8}"/>
                </a:ext>
              </a:extLst>
            </p:cNvPr>
            <p:cNvSpPr/>
            <p:nvPr/>
          </p:nvSpPr>
          <p:spPr>
            <a:xfrm>
              <a:off x="9806923" y="2456594"/>
              <a:ext cx="36000" cy="3600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6C84FD25-C85D-741C-6787-8531BB7DF2B9}"/>
                </a:ext>
              </a:extLst>
            </p:cNvPr>
            <p:cNvSpPr/>
            <p:nvPr/>
          </p:nvSpPr>
          <p:spPr>
            <a:xfrm>
              <a:off x="9864421" y="2456594"/>
              <a:ext cx="36000" cy="3600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4B6CA75D-5385-2AF2-9BC6-50AA84C79BE7}"/>
                </a:ext>
              </a:extLst>
            </p:cNvPr>
            <p:cNvSpPr/>
            <p:nvPr/>
          </p:nvSpPr>
          <p:spPr>
            <a:xfrm>
              <a:off x="9861618" y="2560717"/>
              <a:ext cx="36000" cy="3600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82701530-2E75-3779-84EE-F042B6697CD5}"/>
                </a:ext>
              </a:extLst>
            </p:cNvPr>
            <p:cNvSpPr/>
            <p:nvPr/>
          </p:nvSpPr>
          <p:spPr>
            <a:xfrm>
              <a:off x="9807934" y="2659805"/>
              <a:ext cx="36000" cy="3600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D5A1EA2F-0B57-CF2A-D89A-B3B3ED0B9884}"/>
                </a:ext>
              </a:extLst>
            </p:cNvPr>
            <p:cNvSpPr/>
            <p:nvPr/>
          </p:nvSpPr>
          <p:spPr>
            <a:xfrm>
              <a:off x="9864421" y="2659805"/>
              <a:ext cx="36000" cy="3600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DA5C9906-CFE0-79FB-AC26-02527CE90FA2}"/>
                </a:ext>
              </a:extLst>
            </p:cNvPr>
            <p:cNvSpPr/>
            <p:nvPr/>
          </p:nvSpPr>
          <p:spPr>
            <a:xfrm>
              <a:off x="9806923" y="2510182"/>
              <a:ext cx="36000" cy="3600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AA762025-E7DE-78BA-9537-19CE84BC4090}"/>
                </a:ext>
              </a:extLst>
            </p:cNvPr>
            <p:cNvSpPr/>
            <p:nvPr/>
          </p:nvSpPr>
          <p:spPr>
            <a:xfrm>
              <a:off x="9864421" y="2510182"/>
              <a:ext cx="36000" cy="3600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1" name="Ellipse 250">
              <a:extLst>
                <a:ext uri="{FF2B5EF4-FFF2-40B4-BE49-F238E27FC236}">
                  <a16:creationId xmlns:a16="http://schemas.microsoft.com/office/drawing/2014/main" id="{2CD013E8-22D0-23B0-449A-E03E272517B3}"/>
                </a:ext>
              </a:extLst>
            </p:cNvPr>
            <p:cNvSpPr/>
            <p:nvPr/>
          </p:nvSpPr>
          <p:spPr>
            <a:xfrm>
              <a:off x="9956731" y="2554033"/>
              <a:ext cx="72000" cy="6953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52" name="Connecteur droit 251">
              <a:extLst>
                <a:ext uri="{FF2B5EF4-FFF2-40B4-BE49-F238E27FC236}">
                  <a16:creationId xmlns:a16="http://schemas.microsoft.com/office/drawing/2014/main" id="{BF60697E-AE0B-3333-61BB-7B052FA2BFCB}"/>
                </a:ext>
              </a:extLst>
            </p:cNvPr>
            <p:cNvCxnSpPr/>
            <p:nvPr/>
          </p:nvCxnSpPr>
          <p:spPr>
            <a:xfrm>
              <a:off x="9552894" y="2302962"/>
              <a:ext cx="49680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Rectangle : coins arrondis 252">
              <a:extLst>
                <a:ext uri="{FF2B5EF4-FFF2-40B4-BE49-F238E27FC236}">
                  <a16:creationId xmlns:a16="http://schemas.microsoft.com/office/drawing/2014/main" id="{4F7AB779-91A4-8162-1B31-2F951F98395E}"/>
                </a:ext>
              </a:extLst>
            </p:cNvPr>
            <p:cNvSpPr/>
            <p:nvPr/>
          </p:nvSpPr>
          <p:spPr>
            <a:xfrm>
              <a:off x="8673454" y="2804518"/>
              <a:ext cx="1374532" cy="188583"/>
            </a:xfrm>
            <a:prstGeom prst="roundRect">
              <a:avLst>
                <a:gd name="adj" fmla="val 3171"/>
              </a:avLst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err="1">
                  <a:solidFill>
                    <a:schemeClr val="tx1"/>
                  </a:solidFill>
                  <a:latin typeface="+mj-lt"/>
                </a:rPr>
                <a:t>Odyssey</a:t>
              </a:r>
              <a:r>
                <a:rPr lang="fr-FR" dirty="0">
                  <a:solidFill>
                    <a:schemeClr val="tx1"/>
                  </a:solidFill>
                  <a:latin typeface="+mj-lt"/>
                </a:rPr>
                <a:t> Gould Nicolet</a:t>
              </a:r>
            </a:p>
          </p:txBody>
        </p:sp>
        <p:sp>
          <p:nvSpPr>
            <p:cNvPr id="215" name="Rectangle : coins arrondis 214">
              <a:extLst>
                <a:ext uri="{FF2B5EF4-FFF2-40B4-BE49-F238E27FC236}">
                  <a16:creationId xmlns:a16="http://schemas.microsoft.com/office/drawing/2014/main" id="{8D93DAFC-A685-E88B-E946-DDA31E6BEF97}"/>
                </a:ext>
              </a:extLst>
            </p:cNvPr>
            <p:cNvSpPr>
              <a:spLocks/>
            </p:cNvSpPr>
            <p:nvPr/>
          </p:nvSpPr>
          <p:spPr>
            <a:xfrm>
              <a:off x="8749654" y="2181881"/>
              <a:ext cx="1222132" cy="36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100" dirty="0">
                <a:latin typeface="+mj-lt"/>
              </a:endParaRPr>
            </a:p>
          </p:txBody>
        </p:sp>
      </p:grpSp>
      <p:sp>
        <p:nvSpPr>
          <p:cNvPr id="254" name="Rectangle : coins arrondis 253">
            <a:extLst>
              <a:ext uri="{FF2B5EF4-FFF2-40B4-BE49-F238E27FC236}">
                <a16:creationId xmlns:a16="http://schemas.microsoft.com/office/drawing/2014/main" id="{467920F4-875A-DC90-F5FD-6C78E525DD00}"/>
              </a:ext>
            </a:extLst>
          </p:cNvPr>
          <p:cNvSpPr/>
          <p:nvPr/>
        </p:nvSpPr>
        <p:spPr>
          <a:xfrm>
            <a:off x="1069744" y="224616"/>
            <a:ext cx="1837374" cy="466193"/>
          </a:xfrm>
          <a:prstGeom prst="roundRect">
            <a:avLst>
              <a:gd name="adj" fmla="val 7516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>
                <a:latin typeface="+mj-lt"/>
              </a:rPr>
              <a:t>Supply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grid</a:t>
            </a:r>
            <a:endParaRPr lang="fr-FR" dirty="0">
              <a:latin typeface="+mj-lt"/>
            </a:endParaRPr>
          </a:p>
        </p:txBody>
      </p:sp>
      <p:sp>
        <p:nvSpPr>
          <p:cNvPr id="255" name="Rectangle : coins arrondis 254">
            <a:extLst>
              <a:ext uri="{FF2B5EF4-FFF2-40B4-BE49-F238E27FC236}">
                <a16:creationId xmlns:a16="http://schemas.microsoft.com/office/drawing/2014/main" id="{711C3DF7-07AF-FFDF-E3CC-46BCB0ADFBE4}"/>
              </a:ext>
            </a:extLst>
          </p:cNvPr>
          <p:cNvSpPr/>
          <p:nvPr/>
        </p:nvSpPr>
        <p:spPr>
          <a:xfrm>
            <a:off x="1069744" y="1056968"/>
            <a:ext cx="1837374" cy="466193"/>
          </a:xfrm>
          <a:prstGeom prst="roundRect">
            <a:avLst>
              <a:gd name="adj" fmla="val 6372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>
                <a:latin typeface="+mj-lt"/>
              </a:rPr>
              <a:t>Inverter</a:t>
            </a:r>
            <a:endParaRPr lang="fr-FR" dirty="0">
              <a:latin typeface="+mj-lt"/>
            </a:endParaRPr>
          </a:p>
        </p:txBody>
      </p:sp>
      <p:cxnSp>
        <p:nvCxnSpPr>
          <p:cNvPr id="2122" name="Connecteur droit 2121">
            <a:extLst>
              <a:ext uri="{FF2B5EF4-FFF2-40B4-BE49-F238E27FC236}">
                <a16:creationId xmlns:a16="http://schemas.microsoft.com/office/drawing/2014/main" id="{D53B9863-9BB1-F63E-954D-3079ED57FD4D}"/>
              </a:ext>
            </a:extLst>
          </p:cNvPr>
          <p:cNvCxnSpPr>
            <a:cxnSpLocks/>
          </p:cNvCxnSpPr>
          <p:nvPr/>
        </p:nvCxnSpPr>
        <p:spPr>
          <a:xfrm flipH="1">
            <a:off x="2730012" y="2970547"/>
            <a:ext cx="883" cy="4914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8" name="Connecteur droit 2127">
            <a:extLst>
              <a:ext uri="{FF2B5EF4-FFF2-40B4-BE49-F238E27FC236}">
                <a16:creationId xmlns:a16="http://schemas.microsoft.com/office/drawing/2014/main" id="{3085D21C-417B-2381-B785-1F396D405CDC}"/>
              </a:ext>
            </a:extLst>
          </p:cNvPr>
          <p:cNvCxnSpPr>
            <a:cxnSpLocks/>
          </p:cNvCxnSpPr>
          <p:nvPr/>
        </p:nvCxnSpPr>
        <p:spPr>
          <a:xfrm>
            <a:off x="2616671" y="2972250"/>
            <a:ext cx="4449" cy="4914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9" name="Connecteur droit 2128">
            <a:extLst>
              <a:ext uri="{FF2B5EF4-FFF2-40B4-BE49-F238E27FC236}">
                <a16:creationId xmlns:a16="http://schemas.microsoft.com/office/drawing/2014/main" id="{A9D1F76F-033C-FA80-41B5-F20EB52C939F}"/>
              </a:ext>
            </a:extLst>
          </p:cNvPr>
          <p:cNvCxnSpPr>
            <a:cxnSpLocks/>
          </p:cNvCxnSpPr>
          <p:nvPr/>
        </p:nvCxnSpPr>
        <p:spPr>
          <a:xfrm flipH="1">
            <a:off x="1214316" y="2972165"/>
            <a:ext cx="883" cy="49148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0" name="Connecteur droit 2129">
            <a:extLst>
              <a:ext uri="{FF2B5EF4-FFF2-40B4-BE49-F238E27FC236}">
                <a16:creationId xmlns:a16="http://schemas.microsoft.com/office/drawing/2014/main" id="{1A1ADF2A-DB79-9B5E-2FA2-5F9ABC29734D}"/>
              </a:ext>
            </a:extLst>
          </p:cNvPr>
          <p:cNvCxnSpPr>
            <a:cxnSpLocks/>
          </p:cNvCxnSpPr>
          <p:nvPr/>
        </p:nvCxnSpPr>
        <p:spPr>
          <a:xfrm flipH="1">
            <a:off x="2506748" y="2972638"/>
            <a:ext cx="883" cy="4914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1" name="Connecteur droit 2130">
            <a:extLst>
              <a:ext uri="{FF2B5EF4-FFF2-40B4-BE49-F238E27FC236}">
                <a16:creationId xmlns:a16="http://schemas.microsoft.com/office/drawing/2014/main" id="{A622988F-2146-129D-08D6-24D5C854B282}"/>
              </a:ext>
            </a:extLst>
          </p:cNvPr>
          <p:cNvCxnSpPr>
            <a:cxnSpLocks/>
          </p:cNvCxnSpPr>
          <p:nvPr/>
        </p:nvCxnSpPr>
        <p:spPr>
          <a:xfrm flipH="1">
            <a:off x="1328457" y="2973867"/>
            <a:ext cx="883" cy="49148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2" name="Connecteur droit 2131">
            <a:extLst>
              <a:ext uri="{FF2B5EF4-FFF2-40B4-BE49-F238E27FC236}">
                <a16:creationId xmlns:a16="http://schemas.microsoft.com/office/drawing/2014/main" id="{0C7B8A8A-B558-1661-12DC-EE1934626199}"/>
              </a:ext>
            </a:extLst>
          </p:cNvPr>
          <p:cNvCxnSpPr>
            <a:cxnSpLocks/>
          </p:cNvCxnSpPr>
          <p:nvPr/>
        </p:nvCxnSpPr>
        <p:spPr>
          <a:xfrm flipH="1">
            <a:off x="1440015" y="2977852"/>
            <a:ext cx="883" cy="48627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3" name="Rectangle : coins arrondis 2132">
            <a:extLst>
              <a:ext uri="{FF2B5EF4-FFF2-40B4-BE49-F238E27FC236}">
                <a16:creationId xmlns:a16="http://schemas.microsoft.com/office/drawing/2014/main" id="{1B24032C-ABD3-3309-650D-A6388EA71207}"/>
              </a:ext>
            </a:extLst>
          </p:cNvPr>
          <p:cNvSpPr>
            <a:spLocks/>
          </p:cNvSpPr>
          <p:nvPr/>
        </p:nvSpPr>
        <p:spPr>
          <a:xfrm>
            <a:off x="796575" y="3458390"/>
            <a:ext cx="1069289" cy="884927"/>
          </a:xfrm>
          <a:prstGeom prst="roundRect">
            <a:avLst>
              <a:gd name="adj" fmla="val 3410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+mj-lt"/>
              </a:rPr>
              <a:t>Voltage </a:t>
            </a:r>
            <a:r>
              <a:rPr lang="fr-FR" dirty="0" err="1">
                <a:latin typeface="+mj-lt"/>
              </a:rPr>
              <a:t>sensors</a:t>
            </a:r>
            <a:endParaRPr lang="fr-FR" dirty="0">
              <a:latin typeface="+mj-lt"/>
            </a:endParaRPr>
          </a:p>
        </p:txBody>
      </p:sp>
      <p:sp>
        <p:nvSpPr>
          <p:cNvPr id="2134" name="Rectangle : coins arrondis 2133">
            <a:extLst>
              <a:ext uri="{FF2B5EF4-FFF2-40B4-BE49-F238E27FC236}">
                <a16:creationId xmlns:a16="http://schemas.microsoft.com/office/drawing/2014/main" id="{32017CAD-2B69-1023-E1F3-A00FB95D571E}"/>
              </a:ext>
            </a:extLst>
          </p:cNvPr>
          <p:cNvSpPr>
            <a:spLocks/>
          </p:cNvSpPr>
          <p:nvPr/>
        </p:nvSpPr>
        <p:spPr>
          <a:xfrm>
            <a:off x="2084705" y="3458390"/>
            <a:ext cx="1066911" cy="884927"/>
          </a:xfrm>
          <a:prstGeom prst="roundRect">
            <a:avLst>
              <a:gd name="adj" fmla="val 3410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>
                <a:latin typeface="+mj-lt"/>
              </a:rPr>
              <a:t>Current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sensors</a:t>
            </a:r>
            <a:endParaRPr lang="fr-FR" dirty="0">
              <a:latin typeface="+mj-lt"/>
            </a:endParaRPr>
          </a:p>
        </p:txBody>
      </p:sp>
      <p:cxnSp>
        <p:nvCxnSpPr>
          <p:cNvPr id="2144" name="Connecteur droit 2143">
            <a:extLst>
              <a:ext uri="{FF2B5EF4-FFF2-40B4-BE49-F238E27FC236}">
                <a16:creationId xmlns:a16="http://schemas.microsoft.com/office/drawing/2014/main" id="{34CDD298-E30A-1E7A-272E-0E9DEB06E6F3}"/>
              </a:ext>
            </a:extLst>
          </p:cNvPr>
          <p:cNvCxnSpPr>
            <a:cxnSpLocks/>
          </p:cNvCxnSpPr>
          <p:nvPr/>
        </p:nvCxnSpPr>
        <p:spPr>
          <a:xfrm>
            <a:off x="2509032" y="1519571"/>
            <a:ext cx="200" cy="576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8" name="Rectangle 2147">
            <a:extLst>
              <a:ext uri="{FF2B5EF4-FFF2-40B4-BE49-F238E27FC236}">
                <a16:creationId xmlns:a16="http://schemas.microsoft.com/office/drawing/2014/main" id="{D96F52F8-D04E-8BF8-FE1F-2A5FD8F6375D}"/>
              </a:ext>
            </a:extLst>
          </p:cNvPr>
          <p:cNvSpPr/>
          <p:nvPr/>
        </p:nvSpPr>
        <p:spPr>
          <a:xfrm rot="5400000">
            <a:off x="5950616" y="3726636"/>
            <a:ext cx="0" cy="112182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2149" name="Rectangle 2148">
            <a:extLst>
              <a:ext uri="{FF2B5EF4-FFF2-40B4-BE49-F238E27FC236}">
                <a16:creationId xmlns:a16="http://schemas.microsoft.com/office/drawing/2014/main" id="{6B2E1724-50D9-50F5-B1A6-A4515FF3A343}"/>
              </a:ext>
            </a:extLst>
          </p:cNvPr>
          <p:cNvSpPr/>
          <p:nvPr/>
        </p:nvSpPr>
        <p:spPr>
          <a:xfrm rot="5400000">
            <a:off x="5836244" y="3727024"/>
            <a:ext cx="0" cy="112182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2150" name="Rectangle 2149">
            <a:extLst>
              <a:ext uri="{FF2B5EF4-FFF2-40B4-BE49-F238E27FC236}">
                <a16:creationId xmlns:a16="http://schemas.microsoft.com/office/drawing/2014/main" id="{68BB506B-C033-C6DC-1DEA-7A5FCEA7AABC}"/>
              </a:ext>
            </a:extLst>
          </p:cNvPr>
          <p:cNvSpPr/>
          <p:nvPr/>
        </p:nvSpPr>
        <p:spPr>
          <a:xfrm rot="5400000">
            <a:off x="6059508" y="3727222"/>
            <a:ext cx="0" cy="112182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cxnSp>
        <p:nvCxnSpPr>
          <p:cNvPr id="2173" name="Connecteur en angle 2172">
            <a:extLst>
              <a:ext uri="{FF2B5EF4-FFF2-40B4-BE49-F238E27FC236}">
                <a16:creationId xmlns:a16="http://schemas.microsoft.com/office/drawing/2014/main" id="{236B9479-5B71-AEE7-A714-FD672E355C2E}"/>
              </a:ext>
            </a:extLst>
          </p:cNvPr>
          <p:cNvCxnSpPr>
            <a:cxnSpLocks/>
            <a:endCxn id="2150" idx="1"/>
          </p:cNvCxnSpPr>
          <p:nvPr/>
        </p:nvCxnSpPr>
        <p:spPr>
          <a:xfrm rot="5400000" flipH="1" flipV="1">
            <a:off x="2691572" y="1467032"/>
            <a:ext cx="1051654" cy="5684216"/>
          </a:xfrm>
          <a:prstGeom prst="bentConnector5">
            <a:avLst>
              <a:gd name="adj1" fmla="val -35622"/>
              <a:gd name="adj2" fmla="val 107758"/>
              <a:gd name="adj3" fmla="val 108411"/>
            </a:avLst>
          </a:prstGeom>
          <a:ln>
            <a:solidFill>
              <a:srgbClr val="0432F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74" name="Connecteur en angle 2173">
            <a:extLst>
              <a:ext uri="{FF2B5EF4-FFF2-40B4-BE49-F238E27FC236}">
                <a16:creationId xmlns:a16="http://schemas.microsoft.com/office/drawing/2014/main" id="{B7C81E82-70B4-12C7-B23A-7B2BD5AC0A18}"/>
              </a:ext>
            </a:extLst>
          </p:cNvPr>
          <p:cNvCxnSpPr>
            <a:cxnSpLocks/>
            <a:endCxn id="184" idx="0"/>
          </p:cNvCxnSpPr>
          <p:nvPr/>
        </p:nvCxnSpPr>
        <p:spPr>
          <a:xfrm rot="5400000" flipH="1" flipV="1">
            <a:off x="-800635" y="2758362"/>
            <a:ext cx="3029070" cy="1123747"/>
          </a:xfrm>
          <a:prstGeom prst="bentConnector3">
            <a:avLst>
              <a:gd name="adj1" fmla="val 102968"/>
            </a:avLst>
          </a:prstGeom>
          <a:ln>
            <a:solidFill>
              <a:srgbClr val="00B05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75" name="Connecteur en angle 2174">
            <a:extLst>
              <a:ext uri="{FF2B5EF4-FFF2-40B4-BE49-F238E27FC236}">
                <a16:creationId xmlns:a16="http://schemas.microsoft.com/office/drawing/2014/main" id="{31E9EE21-5CF9-AE2D-8B96-A23E8E651026}"/>
              </a:ext>
            </a:extLst>
          </p:cNvPr>
          <p:cNvCxnSpPr>
            <a:cxnSpLocks/>
            <a:stCxn id="193" idx="0"/>
          </p:cNvCxnSpPr>
          <p:nvPr/>
        </p:nvCxnSpPr>
        <p:spPr>
          <a:xfrm rot="10800000" flipV="1">
            <a:off x="266402" y="2780262"/>
            <a:ext cx="510817" cy="2054118"/>
          </a:xfrm>
          <a:prstGeom prst="bentConnector4">
            <a:avLst>
              <a:gd name="adj1" fmla="val 99696"/>
              <a:gd name="adj2" fmla="val 48778"/>
            </a:avLst>
          </a:prstGeom>
          <a:ln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94" name="Connecteur en angle 2193">
            <a:extLst>
              <a:ext uri="{FF2B5EF4-FFF2-40B4-BE49-F238E27FC236}">
                <a16:creationId xmlns:a16="http://schemas.microsoft.com/office/drawing/2014/main" id="{955F5C00-D26D-4287-7EB4-9058DE521977}"/>
              </a:ext>
            </a:extLst>
          </p:cNvPr>
          <p:cNvCxnSpPr>
            <a:cxnSpLocks/>
            <a:endCxn id="240" idx="2"/>
          </p:cNvCxnSpPr>
          <p:nvPr/>
        </p:nvCxnSpPr>
        <p:spPr>
          <a:xfrm rot="5400000" flipH="1" flipV="1">
            <a:off x="-174860" y="3423301"/>
            <a:ext cx="1961818" cy="861515"/>
          </a:xfrm>
          <a:prstGeom prst="bentConnector2">
            <a:avLst/>
          </a:prstGeom>
          <a:ln>
            <a:solidFill>
              <a:srgbClr val="0432F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20" name="Connecteur en angle 2219">
            <a:extLst>
              <a:ext uri="{FF2B5EF4-FFF2-40B4-BE49-F238E27FC236}">
                <a16:creationId xmlns:a16="http://schemas.microsoft.com/office/drawing/2014/main" id="{6772E433-FA83-E865-B46C-BF13496FA2FD}"/>
              </a:ext>
            </a:extLst>
          </p:cNvPr>
          <p:cNvCxnSpPr>
            <a:cxnSpLocks/>
            <a:endCxn id="2148" idx="1"/>
          </p:cNvCxnSpPr>
          <p:nvPr/>
        </p:nvCxnSpPr>
        <p:spPr>
          <a:xfrm rot="5400000" flipH="1" flipV="1">
            <a:off x="2582681" y="1466446"/>
            <a:ext cx="1051654" cy="5684216"/>
          </a:xfrm>
          <a:prstGeom prst="bentConnector5">
            <a:avLst>
              <a:gd name="adj1" fmla="val -42054"/>
              <a:gd name="adj2" fmla="val 111603"/>
              <a:gd name="adj3" fmla="val 115833"/>
            </a:avLst>
          </a:prstGeom>
          <a:ln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36" name="Connecteur en angle 2235">
            <a:extLst>
              <a:ext uri="{FF2B5EF4-FFF2-40B4-BE49-F238E27FC236}">
                <a16:creationId xmlns:a16="http://schemas.microsoft.com/office/drawing/2014/main" id="{1CF25756-2586-5A43-CC75-53F790F15489}"/>
              </a:ext>
            </a:extLst>
          </p:cNvPr>
          <p:cNvCxnSpPr>
            <a:cxnSpLocks/>
            <a:endCxn id="2149" idx="1"/>
          </p:cNvCxnSpPr>
          <p:nvPr/>
        </p:nvCxnSpPr>
        <p:spPr>
          <a:xfrm rot="5400000" flipH="1" flipV="1">
            <a:off x="2468309" y="1466834"/>
            <a:ext cx="1051654" cy="5684216"/>
          </a:xfrm>
          <a:prstGeom prst="bentConnector5">
            <a:avLst>
              <a:gd name="adj1" fmla="val -49970"/>
              <a:gd name="adj2" fmla="val 115905"/>
              <a:gd name="adj3" fmla="val 12276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46" name="Connecteur en angle 2245">
            <a:extLst>
              <a:ext uri="{FF2B5EF4-FFF2-40B4-BE49-F238E27FC236}">
                <a16:creationId xmlns:a16="http://schemas.microsoft.com/office/drawing/2014/main" id="{FDCD5A88-8E9D-1E49-B578-4E382177CBCC}"/>
              </a:ext>
            </a:extLst>
          </p:cNvPr>
          <p:cNvCxnSpPr>
            <a:cxnSpLocks/>
            <a:endCxn id="2250" idx="1"/>
          </p:cNvCxnSpPr>
          <p:nvPr/>
        </p:nvCxnSpPr>
        <p:spPr>
          <a:xfrm rot="5400000" flipH="1" flipV="1">
            <a:off x="3702654" y="2805837"/>
            <a:ext cx="567702" cy="2501844"/>
          </a:xfrm>
          <a:prstGeom prst="bentConnector5">
            <a:avLst>
              <a:gd name="adj1" fmla="val -60490"/>
              <a:gd name="adj2" fmla="val 29619"/>
              <a:gd name="adj3" fmla="val 184319"/>
            </a:avLst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48" name="Rectangle 2247">
            <a:extLst>
              <a:ext uri="{FF2B5EF4-FFF2-40B4-BE49-F238E27FC236}">
                <a16:creationId xmlns:a16="http://schemas.microsoft.com/office/drawing/2014/main" id="{45DE98A5-4209-1BEC-00AA-2C996F72A629}"/>
              </a:ext>
            </a:extLst>
          </p:cNvPr>
          <p:cNvSpPr/>
          <p:nvPr/>
        </p:nvSpPr>
        <p:spPr>
          <a:xfrm rot="5400000">
            <a:off x="5128536" y="3716230"/>
            <a:ext cx="0" cy="112182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2249" name="Rectangle 2248">
            <a:extLst>
              <a:ext uri="{FF2B5EF4-FFF2-40B4-BE49-F238E27FC236}">
                <a16:creationId xmlns:a16="http://schemas.microsoft.com/office/drawing/2014/main" id="{4EB534C1-08A6-E116-54E6-EDA36250448D}"/>
              </a:ext>
            </a:extLst>
          </p:cNvPr>
          <p:cNvSpPr/>
          <p:nvPr/>
        </p:nvSpPr>
        <p:spPr>
          <a:xfrm rot="5400000">
            <a:off x="5014164" y="3716618"/>
            <a:ext cx="0" cy="112182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2250" name="Rectangle 2249">
            <a:extLst>
              <a:ext uri="{FF2B5EF4-FFF2-40B4-BE49-F238E27FC236}">
                <a16:creationId xmlns:a16="http://schemas.microsoft.com/office/drawing/2014/main" id="{7CABE332-7F49-61A9-E977-CDDDCBB6DB59}"/>
              </a:ext>
            </a:extLst>
          </p:cNvPr>
          <p:cNvSpPr/>
          <p:nvPr/>
        </p:nvSpPr>
        <p:spPr>
          <a:xfrm rot="5400000">
            <a:off x="5237428" y="3716816"/>
            <a:ext cx="0" cy="112182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cxnSp>
        <p:nvCxnSpPr>
          <p:cNvPr id="2256" name="Connecteur en angle 2255">
            <a:extLst>
              <a:ext uri="{FF2B5EF4-FFF2-40B4-BE49-F238E27FC236}">
                <a16:creationId xmlns:a16="http://schemas.microsoft.com/office/drawing/2014/main" id="{B29688CA-1D6D-332D-2189-A0A6E5D6E105}"/>
              </a:ext>
            </a:extLst>
          </p:cNvPr>
          <p:cNvCxnSpPr>
            <a:cxnSpLocks/>
            <a:endCxn id="2248" idx="1"/>
          </p:cNvCxnSpPr>
          <p:nvPr/>
        </p:nvCxnSpPr>
        <p:spPr>
          <a:xfrm rot="5400000" flipH="1" flipV="1">
            <a:off x="3590539" y="2802997"/>
            <a:ext cx="568677" cy="2507324"/>
          </a:xfrm>
          <a:prstGeom prst="bentConnector5">
            <a:avLst>
              <a:gd name="adj1" fmla="val -75940"/>
              <a:gd name="adj2" fmla="val 38380"/>
              <a:gd name="adj3" fmla="val 168621"/>
            </a:avLst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63" name="Connecteur en angle 2262">
            <a:extLst>
              <a:ext uri="{FF2B5EF4-FFF2-40B4-BE49-F238E27FC236}">
                <a16:creationId xmlns:a16="http://schemas.microsoft.com/office/drawing/2014/main" id="{78608EC5-D78D-01F6-E4BA-F05DEFAD5182}"/>
              </a:ext>
            </a:extLst>
          </p:cNvPr>
          <p:cNvCxnSpPr>
            <a:cxnSpLocks/>
            <a:endCxn id="2249" idx="1"/>
          </p:cNvCxnSpPr>
          <p:nvPr/>
        </p:nvCxnSpPr>
        <p:spPr>
          <a:xfrm rot="5400000" flipH="1" flipV="1">
            <a:off x="3473711" y="2800542"/>
            <a:ext cx="568289" cy="2512622"/>
          </a:xfrm>
          <a:prstGeom prst="bentConnector5">
            <a:avLst>
              <a:gd name="adj1" fmla="val -90641"/>
              <a:gd name="adj2" fmla="val 47515"/>
              <a:gd name="adj3" fmla="val 154019"/>
            </a:avLst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88" name="Rectangle 2287">
            <a:extLst>
              <a:ext uri="{FF2B5EF4-FFF2-40B4-BE49-F238E27FC236}">
                <a16:creationId xmlns:a16="http://schemas.microsoft.com/office/drawing/2014/main" id="{C47597FD-D3D1-CBE5-6E01-7DA9E9FFA528}"/>
              </a:ext>
            </a:extLst>
          </p:cNvPr>
          <p:cNvSpPr/>
          <p:nvPr/>
        </p:nvSpPr>
        <p:spPr>
          <a:xfrm rot="5400000">
            <a:off x="4493765" y="3721433"/>
            <a:ext cx="0" cy="112182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2289" name="Rectangle 2288">
            <a:extLst>
              <a:ext uri="{FF2B5EF4-FFF2-40B4-BE49-F238E27FC236}">
                <a16:creationId xmlns:a16="http://schemas.microsoft.com/office/drawing/2014/main" id="{2AD8E7E3-2689-F90B-D607-3CBEB787AD73}"/>
              </a:ext>
            </a:extLst>
          </p:cNvPr>
          <p:cNvSpPr/>
          <p:nvPr/>
        </p:nvSpPr>
        <p:spPr>
          <a:xfrm rot="5400000">
            <a:off x="4379393" y="3721821"/>
            <a:ext cx="0" cy="112182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2290" name="Rectangle 2289">
            <a:extLst>
              <a:ext uri="{FF2B5EF4-FFF2-40B4-BE49-F238E27FC236}">
                <a16:creationId xmlns:a16="http://schemas.microsoft.com/office/drawing/2014/main" id="{958BA44C-3BE6-65F8-795B-323828B5D4BB}"/>
              </a:ext>
            </a:extLst>
          </p:cNvPr>
          <p:cNvSpPr/>
          <p:nvPr/>
        </p:nvSpPr>
        <p:spPr>
          <a:xfrm rot="5400000">
            <a:off x="4602657" y="3722019"/>
            <a:ext cx="0" cy="112182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2291" name="Rectangle 2290">
            <a:extLst>
              <a:ext uri="{FF2B5EF4-FFF2-40B4-BE49-F238E27FC236}">
                <a16:creationId xmlns:a16="http://schemas.microsoft.com/office/drawing/2014/main" id="{7870FD5B-6E85-378F-FB34-CA94CA9FE160}"/>
              </a:ext>
            </a:extLst>
          </p:cNvPr>
          <p:cNvSpPr/>
          <p:nvPr/>
        </p:nvSpPr>
        <p:spPr>
          <a:xfrm rot="5400000">
            <a:off x="5539204" y="3716816"/>
            <a:ext cx="0" cy="112182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cxnSp>
        <p:nvCxnSpPr>
          <p:cNvPr id="2292" name="Connecteur en angle 2291">
            <a:extLst>
              <a:ext uri="{FF2B5EF4-FFF2-40B4-BE49-F238E27FC236}">
                <a16:creationId xmlns:a16="http://schemas.microsoft.com/office/drawing/2014/main" id="{AF80B2EA-B686-A63C-FD94-3A4C88DD085A}"/>
              </a:ext>
            </a:extLst>
          </p:cNvPr>
          <p:cNvCxnSpPr>
            <a:cxnSpLocks/>
            <a:stCxn id="2291" idx="1"/>
          </p:cNvCxnSpPr>
          <p:nvPr/>
        </p:nvCxnSpPr>
        <p:spPr>
          <a:xfrm rot="5400000" flipH="1" flipV="1">
            <a:off x="5475464" y="2626935"/>
            <a:ext cx="1209712" cy="1082232"/>
          </a:xfrm>
          <a:prstGeom prst="bentConnector4">
            <a:avLst>
              <a:gd name="adj1" fmla="val 39342"/>
              <a:gd name="adj2" fmla="val 112500"/>
            </a:avLst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97" name="Connecteur en angle 2296">
            <a:extLst>
              <a:ext uri="{FF2B5EF4-FFF2-40B4-BE49-F238E27FC236}">
                <a16:creationId xmlns:a16="http://schemas.microsoft.com/office/drawing/2014/main" id="{C60FEC54-FFBA-C60A-A342-A1C0B214F290}"/>
              </a:ext>
            </a:extLst>
          </p:cNvPr>
          <p:cNvCxnSpPr>
            <a:cxnSpLocks/>
            <a:endCxn id="2290" idx="1"/>
          </p:cNvCxnSpPr>
          <p:nvPr/>
        </p:nvCxnSpPr>
        <p:spPr>
          <a:xfrm rot="5400000" flipH="1" flipV="1">
            <a:off x="2765458" y="2505210"/>
            <a:ext cx="564297" cy="3110107"/>
          </a:xfrm>
          <a:prstGeom prst="bentConnector5">
            <a:avLst>
              <a:gd name="adj1" fmla="val -107879"/>
              <a:gd name="adj2" fmla="val 74759"/>
              <a:gd name="adj3" fmla="val 141491"/>
            </a:avLst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01" name="Connecteur en angle 2300">
            <a:extLst>
              <a:ext uri="{FF2B5EF4-FFF2-40B4-BE49-F238E27FC236}">
                <a16:creationId xmlns:a16="http://schemas.microsoft.com/office/drawing/2014/main" id="{73F882B2-9BC8-BA40-3105-ECD77E0CA610}"/>
              </a:ext>
            </a:extLst>
          </p:cNvPr>
          <p:cNvCxnSpPr>
            <a:cxnSpLocks/>
            <a:endCxn id="2288" idx="1"/>
          </p:cNvCxnSpPr>
          <p:nvPr/>
        </p:nvCxnSpPr>
        <p:spPr>
          <a:xfrm rot="5400000" flipH="1" flipV="1">
            <a:off x="2655419" y="2505768"/>
            <a:ext cx="566586" cy="3110107"/>
          </a:xfrm>
          <a:prstGeom prst="bentConnector5">
            <a:avLst>
              <a:gd name="adj1" fmla="val -123054"/>
              <a:gd name="adj2" fmla="val 81284"/>
              <a:gd name="adj3" fmla="val 128468"/>
            </a:avLst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07" name="Connecteur en angle 2306">
            <a:extLst>
              <a:ext uri="{FF2B5EF4-FFF2-40B4-BE49-F238E27FC236}">
                <a16:creationId xmlns:a16="http://schemas.microsoft.com/office/drawing/2014/main" id="{182851A5-92C6-1814-7912-C77FB28EB0F4}"/>
              </a:ext>
            </a:extLst>
          </p:cNvPr>
          <p:cNvCxnSpPr>
            <a:cxnSpLocks/>
            <a:endCxn id="2289" idx="1"/>
          </p:cNvCxnSpPr>
          <p:nvPr/>
        </p:nvCxnSpPr>
        <p:spPr>
          <a:xfrm rot="5400000" flipH="1" flipV="1">
            <a:off x="2541047" y="2506156"/>
            <a:ext cx="566586" cy="3110107"/>
          </a:xfrm>
          <a:prstGeom prst="bentConnector5">
            <a:avLst>
              <a:gd name="adj1" fmla="val -134993"/>
              <a:gd name="adj2" fmla="val 88478"/>
              <a:gd name="adj3" fmla="val 113775"/>
            </a:avLst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56" name="Connecteur droit 2455">
            <a:extLst>
              <a:ext uri="{FF2B5EF4-FFF2-40B4-BE49-F238E27FC236}">
                <a16:creationId xmlns:a16="http://schemas.microsoft.com/office/drawing/2014/main" id="{F72999E7-0483-1928-720C-B2CF587E62AF}"/>
              </a:ext>
            </a:extLst>
          </p:cNvPr>
          <p:cNvCxnSpPr>
            <a:cxnSpLocks/>
          </p:cNvCxnSpPr>
          <p:nvPr/>
        </p:nvCxnSpPr>
        <p:spPr>
          <a:xfrm>
            <a:off x="1451444" y="692459"/>
            <a:ext cx="0" cy="3539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8" name="Connecteur droit 2457">
            <a:extLst>
              <a:ext uri="{FF2B5EF4-FFF2-40B4-BE49-F238E27FC236}">
                <a16:creationId xmlns:a16="http://schemas.microsoft.com/office/drawing/2014/main" id="{E311B15D-78EF-2A34-00A1-9587A73134B5}"/>
              </a:ext>
            </a:extLst>
          </p:cNvPr>
          <p:cNvCxnSpPr>
            <a:cxnSpLocks/>
          </p:cNvCxnSpPr>
          <p:nvPr/>
        </p:nvCxnSpPr>
        <p:spPr>
          <a:xfrm>
            <a:off x="2509032" y="687449"/>
            <a:ext cx="0" cy="3539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9" name="Connecteur droit 2458">
            <a:extLst>
              <a:ext uri="{FF2B5EF4-FFF2-40B4-BE49-F238E27FC236}">
                <a16:creationId xmlns:a16="http://schemas.microsoft.com/office/drawing/2014/main" id="{CE530404-1693-9196-7336-9173C049CD6E}"/>
              </a:ext>
            </a:extLst>
          </p:cNvPr>
          <p:cNvCxnSpPr>
            <a:cxnSpLocks/>
          </p:cNvCxnSpPr>
          <p:nvPr/>
        </p:nvCxnSpPr>
        <p:spPr>
          <a:xfrm>
            <a:off x="1982395" y="689839"/>
            <a:ext cx="0" cy="3539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9" name="Rectangle : coins arrondis 2468">
            <a:extLst>
              <a:ext uri="{FF2B5EF4-FFF2-40B4-BE49-F238E27FC236}">
                <a16:creationId xmlns:a16="http://schemas.microsoft.com/office/drawing/2014/main" id="{C8F28481-322D-C2E9-F018-6BB1B3309CA0}"/>
              </a:ext>
            </a:extLst>
          </p:cNvPr>
          <p:cNvSpPr>
            <a:spLocks/>
          </p:cNvSpPr>
          <p:nvPr/>
        </p:nvSpPr>
        <p:spPr>
          <a:xfrm>
            <a:off x="4386043" y="2097198"/>
            <a:ext cx="1837374" cy="884927"/>
          </a:xfrm>
          <a:prstGeom prst="roundRect">
            <a:avLst>
              <a:gd name="adj" fmla="val 3410"/>
            </a:avLst>
          </a:prstGeom>
          <a:solidFill>
            <a:schemeClr val="bg1"/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>
                <a:latin typeface="+mj-lt"/>
              </a:rPr>
              <a:t>Electromagnetic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brake</a:t>
            </a:r>
            <a:endParaRPr lang="fr-FR" dirty="0">
              <a:latin typeface="+mj-lt"/>
            </a:endParaRPr>
          </a:p>
        </p:txBody>
      </p:sp>
      <p:sp>
        <p:nvSpPr>
          <p:cNvPr id="2471" name="Rectangle 2470">
            <a:extLst>
              <a:ext uri="{FF2B5EF4-FFF2-40B4-BE49-F238E27FC236}">
                <a16:creationId xmlns:a16="http://schemas.microsoft.com/office/drawing/2014/main" id="{A5F76482-C2E5-691C-4DF9-FBA8CAE0728F}"/>
              </a:ext>
            </a:extLst>
          </p:cNvPr>
          <p:cNvSpPr/>
          <p:nvPr/>
        </p:nvSpPr>
        <p:spPr>
          <a:xfrm>
            <a:off x="1394938" y="2831"/>
            <a:ext cx="1138832" cy="223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  <a:latin typeface="+mj-lt"/>
              </a:rPr>
              <a:t>50 Hz, 400 V</a:t>
            </a:r>
          </a:p>
        </p:txBody>
      </p:sp>
      <p:cxnSp>
        <p:nvCxnSpPr>
          <p:cNvPr id="2472" name="Connecteur droit 2471">
            <a:extLst>
              <a:ext uri="{FF2B5EF4-FFF2-40B4-BE49-F238E27FC236}">
                <a16:creationId xmlns:a16="http://schemas.microsoft.com/office/drawing/2014/main" id="{A4C556AE-653F-D348-9980-C3122773ACE4}"/>
              </a:ext>
            </a:extLst>
          </p:cNvPr>
          <p:cNvCxnSpPr>
            <a:cxnSpLocks/>
          </p:cNvCxnSpPr>
          <p:nvPr/>
        </p:nvCxnSpPr>
        <p:spPr>
          <a:xfrm>
            <a:off x="1456016" y="1522236"/>
            <a:ext cx="200" cy="576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3" name="Connecteur droit 2472">
            <a:extLst>
              <a:ext uri="{FF2B5EF4-FFF2-40B4-BE49-F238E27FC236}">
                <a16:creationId xmlns:a16="http://schemas.microsoft.com/office/drawing/2014/main" id="{CDD5B839-377A-AD95-8991-C77265CB3328}"/>
              </a:ext>
            </a:extLst>
          </p:cNvPr>
          <p:cNvCxnSpPr>
            <a:cxnSpLocks/>
          </p:cNvCxnSpPr>
          <p:nvPr/>
        </p:nvCxnSpPr>
        <p:spPr>
          <a:xfrm>
            <a:off x="1987211" y="1522236"/>
            <a:ext cx="200" cy="576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93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97">
            <a:extLst>
              <a:ext uri="{FF2B5EF4-FFF2-40B4-BE49-F238E27FC236}">
                <a16:creationId xmlns:a16="http://schemas.microsoft.com/office/drawing/2014/main" id="{62592CF8-35EC-95B7-59CC-7C0300191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778" y="850294"/>
            <a:ext cx="2660487" cy="2657795"/>
          </a:xfrm>
          <a:prstGeom prst="roundRect">
            <a:avLst>
              <a:gd name="adj" fmla="val 1591"/>
            </a:avLst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endParaRPr lang="fr-FR" sz="1000">
              <a:latin typeface="+mj-lt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0C9168E-4141-F67B-E3EA-DA4370A6A8AD}"/>
              </a:ext>
            </a:extLst>
          </p:cNvPr>
          <p:cNvSpPr/>
          <p:nvPr/>
        </p:nvSpPr>
        <p:spPr>
          <a:xfrm>
            <a:off x="298800" y="846918"/>
            <a:ext cx="1530096" cy="388227"/>
          </a:xfrm>
          <a:prstGeom prst="roundRect">
            <a:avLst>
              <a:gd name="adj" fmla="val 7516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latin typeface="+mj-lt"/>
              </a:rPr>
              <a:t>Supply</a:t>
            </a:r>
            <a:r>
              <a:rPr lang="fr-FR" sz="1600" dirty="0">
                <a:latin typeface="+mj-lt"/>
              </a:rPr>
              <a:t> </a:t>
            </a:r>
            <a:r>
              <a:rPr lang="fr-FR" sz="1600" dirty="0" err="1">
                <a:latin typeface="+mj-lt"/>
              </a:rPr>
              <a:t>grid</a:t>
            </a:r>
            <a:endParaRPr lang="fr-FR" sz="1600" dirty="0">
              <a:latin typeface="+mj-lt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423D4F4-1E1A-3ED7-3CBF-0ABB1D7F9F84}"/>
              </a:ext>
            </a:extLst>
          </p:cNvPr>
          <p:cNvSpPr/>
          <p:nvPr/>
        </p:nvSpPr>
        <p:spPr>
          <a:xfrm>
            <a:off x="298800" y="1528822"/>
            <a:ext cx="1530096" cy="388227"/>
          </a:xfrm>
          <a:prstGeom prst="roundRect">
            <a:avLst>
              <a:gd name="adj" fmla="val 6372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latin typeface="+mj-lt"/>
              </a:rPr>
              <a:t>Inverter</a:t>
            </a:r>
            <a:endParaRPr lang="fr-FR" sz="1600" dirty="0">
              <a:latin typeface="+mj-lt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CFCC5F2-E745-A468-9220-FAD07FE60552}"/>
              </a:ext>
            </a:extLst>
          </p:cNvPr>
          <p:cNvSpPr>
            <a:spLocks/>
          </p:cNvSpPr>
          <p:nvPr/>
        </p:nvSpPr>
        <p:spPr>
          <a:xfrm>
            <a:off x="298800" y="2527382"/>
            <a:ext cx="1530096" cy="736933"/>
          </a:xfrm>
          <a:prstGeom prst="roundRect">
            <a:avLst>
              <a:gd name="adj" fmla="val 3410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+mj-lt"/>
              </a:rPr>
              <a:t>Induction </a:t>
            </a:r>
            <a:r>
              <a:rPr lang="fr-FR" sz="1600" dirty="0" err="1">
                <a:latin typeface="+mj-lt"/>
              </a:rPr>
              <a:t>motor</a:t>
            </a:r>
            <a:endParaRPr lang="fr-FR" sz="1600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89267E-93B2-FA83-BE33-4C02400E575B}"/>
              </a:ext>
            </a:extLst>
          </p:cNvPr>
          <p:cNvSpPr/>
          <p:nvPr/>
        </p:nvSpPr>
        <p:spPr>
          <a:xfrm>
            <a:off x="1828896" y="2880153"/>
            <a:ext cx="3159734" cy="82800"/>
          </a:xfrm>
          <a:prstGeom prst="rect">
            <a:avLst/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20F9F6-D7F9-20B8-4391-C1A9D872F418}"/>
              </a:ext>
            </a:extLst>
          </p:cNvPr>
          <p:cNvSpPr/>
          <p:nvPr/>
        </p:nvSpPr>
        <p:spPr>
          <a:xfrm>
            <a:off x="2330114" y="1321179"/>
            <a:ext cx="2898604" cy="79664"/>
          </a:xfrm>
          <a:prstGeom prst="rect">
            <a:avLst/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4A4DAF-0500-C8E4-C5B4-74BD3D0541C3}"/>
              </a:ext>
            </a:extLst>
          </p:cNvPr>
          <p:cNvSpPr/>
          <p:nvPr/>
        </p:nvSpPr>
        <p:spPr>
          <a:xfrm>
            <a:off x="2330116" y="2118742"/>
            <a:ext cx="2658514" cy="78606"/>
          </a:xfrm>
          <a:prstGeom prst="rect">
            <a:avLst/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4351C96B-6443-8ED0-7087-CC31FF2DA555}"/>
              </a:ext>
            </a:extLst>
          </p:cNvPr>
          <p:cNvGrpSpPr/>
          <p:nvPr/>
        </p:nvGrpSpPr>
        <p:grpSpPr>
          <a:xfrm>
            <a:off x="2238116" y="2009510"/>
            <a:ext cx="103358" cy="240831"/>
            <a:chOff x="2370529" y="1873470"/>
            <a:chExt cx="75737" cy="17647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D9A9CC-7A12-E967-FDDC-A877F1F65D2F}"/>
                </a:ext>
              </a:extLst>
            </p:cNvPr>
            <p:cNvSpPr/>
            <p:nvPr/>
          </p:nvSpPr>
          <p:spPr>
            <a:xfrm>
              <a:off x="2370529" y="1941943"/>
              <a:ext cx="75737" cy="108000"/>
            </a:xfrm>
            <a:prstGeom prst="rect">
              <a:avLst/>
            </a:prstGeom>
            <a:solidFill>
              <a:srgbClr val="00B050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>
                <a:latin typeface="+mj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B158D1A-399D-EEC8-1730-78F886B30ABB}"/>
                </a:ext>
              </a:extLst>
            </p:cNvPr>
            <p:cNvSpPr/>
            <p:nvPr/>
          </p:nvSpPr>
          <p:spPr>
            <a:xfrm>
              <a:off x="2385616" y="1873470"/>
              <a:ext cx="45719" cy="68456"/>
            </a:xfrm>
            <a:prstGeom prst="rect">
              <a:avLst/>
            </a:prstGeom>
            <a:solidFill>
              <a:srgbClr val="00B050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>
                <a:latin typeface="+mj-lt"/>
              </a:endParaRPr>
            </a:p>
          </p:txBody>
        </p:sp>
      </p:grpSp>
      <p:cxnSp>
        <p:nvCxnSpPr>
          <p:cNvPr id="15" name="Connecteur en angle 14">
            <a:extLst>
              <a:ext uri="{FF2B5EF4-FFF2-40B4-BE49-F238E27FC236}">
                <a16:creationId xmlns:a16="http://schemas.microsoft.com/office/drawing/2014/main" id="{DD376028-D88B-F242-D5F4-3AEC0C7ED25C}"/>
              </a:ext>
            </a:extLst>
          </p:cNvPr>
          <p:cNvCxnSpPr>
            <a:cxnSpLocks/>
            <a:stCxn id="14" idx="0"/>
            <a:endCxn id="16" idx="1"/>
          </p:cNvCxnSpPr>
          <p:nvPr/>
        </p:nvCxnSpPr>
        <p:spPr>
          <a:xfrm rot="16200000" flipH="1">
            <a:off x="1293879" y="3005533"/>
            <a:ext cx="2032054" cy="40007"/>
          </a:xfrm>
          <a:prstGeom prst="bentConnector4">
            <a:avLst>
              <a:gd name="adj1" fmla="val -15352"/>
              <a:gd name="adj2" fmla="val -300904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A675225-D027-6DDB-303D-E17F313D6A12}"/>
              </a:ext>
            </a:extLst>
          </p:cNvPr>
          <p:cNvSpPr/>
          <p:nvPr/>
        </p:nvSpPr>
        <p:spPr>
          <a:xfrm>
            <a:off x="2329910" y="3674200"/>
            <a:ext cx="2743863" cy="734726"/>
          </a:xfrm>
          <a:prstGeom prst="roundRect">
            <a:avLst>
              <a:gd name="adj" fmla="val 4579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/>
            <a:r>
              <a:rPr lang="fr-FR" sz="1600" dirty="0" err="1">
                <a:latin typeface="+mj-lt"/>
                <a:cs typeface="Arial" panose="020B0604020202020204" pitchFamily="34" charset="0"/>
              </a:rPr>
              <a:t>Two</a:t>
            </a:r>
            <a:r>
              <a:rPr lang="fr-FR" sz="1600" dirty="0">
                <a:latin typeface="+mj-lt"/>
                <a:cs typeface="Arial" panose="020B0604020202020204" pitchFamily="34" charset="0"/>
              </a:rPr>
              <a:t> acquisition </a:t>
            </a:r>
            <a:r>
              <a:rPr lang="fr-FR" sz="1600" dirty="0" err="1">
                <a:latin typeface="+mj-lt"/>
                <a:cs typeface="Arial" panose="020B0604020202020204" pitchFamily="34" charset="0"/>
              </a:rPr>
              <a:t>cards</a:t>
            </a:r>
            <a:r>
              <a:rPr lang="fr-FR" sz="1600" dirty="0">
                <a:latin typeface="+mj-lt"/>
                <a:cs typeface="Arial" panose="020B0604020202020204" pitchFamily="34" charset="0"/>
              </a:rPr>
              <a:t> of National Instruments 9234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771B146-B963-C6D2-6E73-3D3B4A187D91}"/>
              </a:ext>
            </a:extLst>
          </p:cNvPr>
          <p:cNvCxnSpPr>
            <a:cxnSpLocks/>
          </p:cNvCxnSpPr>
          <p:nvPr/>
        </p:nvCxnSpPr>
        <p:spPr>
          <a:xfrm>
            <a:off x="5414162" y="1728382"/>
            <a:ext cx="0" cy="8351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9C01C8B-ADDF-E064-C690-5CDFA7805240}"/>
              </a:ext>
            </a:extLst>
          </p:cNvPr>
          <p:cNvCxnSpPr>
            <a:cxnSpLocks/>
          </p:cNvCxnSpPr>
          <p:nvPr/>
        </p:nvCxnSpPr>
        <p:spPr>
          <a:xfrm>
            <a:off x="886539" y="1923518"/>
            <a:ext cx="0" cy="6066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CC4AAB27-142C-B0BD-E8F8-9E40707AAAE2}"/>
              </a:ext>
            </a:extLst>
          </p:cNvPr>
          <p:cNvCxnSpPr>
            <a:cxnSpLocks/>
          </p:cNvCxnSpPr>
          <p:nvPr/>
        </p:nvCxnSpPr>
        <p:spPr>
          <a:xfrm>
            <a:off x="1225579" y="1919585"/>
            <a:ext cx="166" cy="6095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B9A78BCB-FCD5-BB37-9609-FA3E65E7FAC7}"/>
              </a:ext>
            </a:extLst>
          </p:cNvPr>
          <p:cNvCxnSpPr>
            <a:cxnSpLocks/>
          </p:cNvCxnSpPr>
          <p:nvPr/>
        </p:nvCxnSpPr>
        <p:spPr>
          <a:xfrm>
            <a:off x="1055703" y="1917052"/>
            <a:ext cx="166" cy="6095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8C588767-A86D-E7B5-EF7C-49FFC2462B94}"/>
              </a:ext>
            </a:extLst>
          </p:cNvPr>
          <p:cNvCxnSpPr>
            <a:cxnSpLocks/>
          </p:cNvCxnSpPr>
          <p:nvPr/>
        </p:nvCxnSpPr>
        <p:spPr>
          <a:xfrm flipH="1">
            <a:off x="1677073" y="3263076"/>
            <a:ext cx="736" cy="4092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CB2AA2A-2D02-13A6-84E5-80C4D3F622AC}"/>
              </a:ext>
            </a:extLst>
          </p:cNvPr>
          <p:cNvSpPr/>
          <p:nvPr/>
        </p:nvSpPr>
        <p:spPr>
          <a:xfrm rot="5400000">
            <a:off x="419927" y="3217711"/>
            <a:ext cx="0" cy="93421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3CA428B8-E388-2184-C8D4-E788C7FFE5B9}"/>
              </a:ext>
            </a:extLst>
          </p:cNvPr>
          <p:cNvCxnSpPr>
            <a:cxnSpLocks/>
          </p:cNvCxnSpPr>
          <p:nvPr/>
        </p:nvCxnSpPr>
        <p:spPr>
          <a:xfrm>
            <a:off x="1582687" y="3264494"/>
            <a:ext cx="3705" cy="4092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45FB744A-C508-26FD-217F-B0295BACE897}"/>
              </a:ext>
            </a:extLst>
          </p:cNvPr>
          <p:cNvCxnSpPr>
            <a:cxnSpLocks/>
            <a:stCxn id="30" idx="3"/>
          </p:cNvCxnSpPr>
          <p:nvPr/>
        </p:nvCxnSpPr>
        <p:spPr>
          <a:xfrm flipH="1">
            <a:off x="419192" y="3264423"/>
            <a:ext cx="736" cy="40928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36C079D3-19FC-C4CA-DDFB-8F34DAE68820}"/>
              </a:ext>
            </a:extLst>
          </p:cNvPr>
          <p:cNvCxnSpPr>
            <a:cxnSpLocks/>
          </p:cNvCxnSpPr>
          <p:nvPr/>
        </p:nvCxnSpPr>
        <p:spPr>
          <a:xfrm flipH="1">
            <a:off x="1491147" y="3264817"/>
            <a:ext cx="736" cy="4092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8D83D4D9-9CD3-461C-B172-532BC79EF1FC}"/>
              </a:ext>
            </a:extLst>
          </p:cNvPr>
          <p:cNvCxnSpPr>
            <a:cxnSpLocks/>
          </p:cNvCxnSpPr>
          <p:nvPr/>
        </p:nvCxnSpPr>
        <p:spPr>
          <a:xfrm flipH="1">
            <a:off x="514244" y="3265841"/>
            <a:ext cx="736" cy="40928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2495C9BD-4A59-5D70-0109-CF08945391C9}"/>
              </a:ext>
            </a:extLst>
          </p:cNvPr>
          <p:cNvCxnSpPr>
            <a:cxnSpLocks/>
          </p:cNvCxnSpPr>
          <p:nvPr/>
        </p:nvCxnSpPr>
        <p:spPr>
          <a:xfrm flipH="1">
            <a:off x="607145" y="3269158"/>
            <a:ext cx="736" cy="40495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8C975E0-5FC9-EEFC-162A-766AD4C6B5C8}"/>
              </a:ext>
            </a:extLst>
          </p:cNvPr>
          <p:cNvSpPr/>
          <p:nvPr/>
        </p:nvSpPr>
        <p:spPr>
          <a:xfrm>
            <a:off x="5073773" y="4129793"/>
            <a:ext cx="0" cy="93421"/>
          </a:xfrm>
          <a:prstGeom prst="rect">
            <a:avLst/>
          </a:prstGeom>
          <a:noFill/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3A41BA-0981-55BD-0ABE-ADB0222E1DAF}"/>
              </a:ext>
            </a:extLst>
          </p:cNvPr>
          <p:cNvSpPr/>
          <p:nvPr/>
        </p:nvSpPr>
        <p:spPr>
          <a:xfrm>
            <a:off x="5073771" y="3846931"/>
            <a:ext cx="0" cy="93421"/>
          </a:xfrm>
          <a:prstGeom prst="rect">
            <a:avLst/>
          </a:prstGeom>
          <a:noFill/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42" name="AutoShape 197">
            <a:extLst>
              <a:ext uri="{FF2B5EF4-FFF2-40B4-BE49-F238E27FC236}">
                <a16:creationId xmlns:a16="http://schemas.microsoft.com/office/drawing/2014/main" id="{16A89283-7EEE-ECC5-CF76-B984C99B5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402" y="2692642"/>
            <a:ext cx="129113" cy="48615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 sz="1000">
              <a:latin typeface="+mj-lt"/>
            </a:endParaRPr>
          </a:p>
        </p:txBody>
      </p:sp>
      <p:sp>
        <p:nvSpPr>
          <p:cNvPr id="43" name="AutoShape 198">
            <a:extLst>
              <a:ext uri="{FF2B5EF4-FFF2-40B4-BE49-F238E27FC236}">
                <a16:creationId xmlns:a16="http://schemas.microsoft.com/office/drawing/2014/main" id="{F84A621E-95DF-7AD5-AB2A-974471479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054" y="2704721"/>
            <a:ext cx="129113" cy="48615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 sz="1000">
              <a:latin typeface="+mj-lt"/>
            </a:endParaRPr>
          </a:p>
        </p:txBody>
      </p:sp>
      <p:sp>
        <p:nvSpPr>
          <p:cNvPr id="46" name="AutoShape 192">
            <a:extLst>
              <a:ext uri="{FF2B5EF4-FFF2-40B4-BE49-F238E27FC236}">
                <a16:creationId xmlns:a16="http://schemas.microsoft.com/office/drawing/2014/main" id="{089D8360-E8DB-3BD3-894F-5389C2673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919" y="933231"/>
            <a:ext cx="214935" cy="933448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 sz="1000">
              <a:latin typeface="+mj-lt"/>
            </a:endParaRPr>
          </a:p>
        </p:txBody>
      </p:sp>
      <p:sp>
        <p:nvSpPr>
          <p:cNvPr id="47" name="AutoShape 193">
            <a:extLst>
              <a:ext uri="{FF2B5EF4-FFF2-40B4-BE49-F238E27FC236}">
                <a16:creationId xmlns:a16="http://schemas.microsoft.com/office/drawing/2014/main" id="{511845C5-520F-AB09-28E5-8AE78BC40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332" y="1672449"/>
            <a:ext cx="214935" cy="982577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 sz="1000">
              <a:latin typeface="+mj-lt"/>
            </a:endParaRPr>
          </a:p>
        </p:txBody>
      </p:sp>
      <p:sp>
        <p:nvSpPr>
          <p:cNvPr id="48" name="AutoShape 194">
            <a:extLst>
              <a:ext uri="{FF2B5EF4-FFF2-40B4-BE49-F238E27FC236}">
                <a16:creationId xmlns:a16="http://schemas.microsoft.com/office/drawing/2014/main" id="{0CF56C5F-8FFD-9F7E-8441-18AF6B2BD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328" y="2654707"/>
            <a:ext cx="214933" cy="491288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 sz="1000">
              <a:latin typeface="+mj-lt"/>
            </a:endParaRPr>
          </a:p>
        </p:txBody>
      </p:sp>
      <p:sp>
        <p:nvSpPr>
          <p:cNvPr id="49" name="AutoShape 191">
            <a:extLst>
              <a:ext uri="{FF2B5EF4-FFF2-40B4-BE49-F238E27FC236}">
                <a16:creationId xmlns:a16="http://schemas.microsoft.com/office/drawing/2014/main" id="{D3D7BB08-858D-85B9-F95B-6B25D69B5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918" y="1866677"/>
            <a:ext cx="214935" cy="576000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 sz="1000">
              <a:latin typeface="+mj-lt"/>
            </a:endParaRPr>
          </a:p>
        </p:txBody>
      </p:sp>
      <p:sp>
        <p:nvSpPr>
          <p:cNvPr id="50" name="AutoShape 141">
            <a:extLst>
              <a:ext uri="{FF2B5EF4-FFF2-40B4-BE49-F238E27FC236}">
                <a16:creationId xmlns:a16="http://schemas.microsoft.com/office/drawing/2014/main" id="{227DD4B0-EEDC-3880-A578-F98D9CDF8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3094" y="2701978"/>
            <a:ext cx="182536" cy="48615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 sz="1000">
              <a:latin typeface="+mj-lt"/>
            </a:endParaRPr>
          </a:p>
        </p:txBody>
      </p:sp>
      <p:sp>
        <p:nvSpPr>
          <p:cNvPr id="51" name="AutoShape 178">
            <a:extLst>
              <a:ext uri="{FF2B5EF4-FFF2-40B4-BE49-F238E27FC236}">
                <a16:creationId xmlns:a16="http://schemas.microsoft.com/office/drawing/2014/main" id="{981FF096-89EB-0D83-31E3-BD476BC12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126" y="987265"/>
            <a:ext cx="1575162" cy="734712"/>
          </a:xfrm>
          <a:prstGeom prst="roundRect">
            <a:avLst>
              <a:gd name="adj" fmla="val 5050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fr-FR" sz="16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Electromagnetic</a:t>
            </a:r>
            <a:r>
              <a:rPr lang="fr-FR" sz="16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6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Brake</a:t>
            </a:r>
            <a:endParaRPr lang="fr-FR" sz="16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0E450EFD-A566-10F6-C02F-DC925E3CB71B}"/>
              </a:ext>
            </a:extLst>
          </p:cNvPr>
          <p:cNvSpPr>
            <a:spLocks/>
          </p:cNvSpPr>
          <p:nvPr/>
        </p:nvSpPr>
        <p:spPr>
          <a:xfrm>
            <a:off x="71313" y="3669329"/>
            <a:ext cx="890464" cy="736933"/>
          </a:xfrm>
          <a:prstGeom prst="roundRect">
            <a:avLst>
              <a:gd name="adj" fmla="val 3410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+mj-lt"/>
              </a:rPr>
              <a:t>Voltage </a:t>
            </a:r>
            <a:r>
              <a:rPr lang="fr-FR" sz="1600" dirty="0" err="1">
                <a:latin typeface="+mj-lt"/>
              </a:rPr>
              <a:t>sensors</a:t>
            </a:r>
            <a:endParaRPr lang="fr-FR" sz="1600" dirty="0">
              <a:latin typeface="+mj-lt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15CE759A-D645-AE3D-75F3-929E70264F2A}"/>
              </a:ext>
            </a:extLst>
          </p:cNvPr>
          <p:cNvSpPr>
            <a:spLocks/>
          </p:cNvSpPr>
          <p:nvPr/>
        </p:nvSpPr>
        <p:spPr>
          <a:xfrm>
            <a:off x="1144019" y="3669329"/>
            <a:ext cx="888484" cy="736933"/>
          </a:xfrm>
          <a:prstGeom prst="roundRect">
            <a:avLst>
              <a:gd name="adj" fmla="val 3410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latin typeface="+mj-lt"/>
              </a:rPr>
              <a:t>Current</a:t>
            </a:r>
            <a:r>
              <a:rPr lang="fr-FR" sz="1600" dirty="0">
                <a:latin typeface="+mj-lt"/>
              </a:rPr>
              <a:t> </a:t>
            </a:r>
            <a:r>
              <a:rPr lang="fr-FR" sz="1600" dirty="0" err="1">
                <a:latin typeface="+mj-lt"/>
              </a:rPr>
              <a:t>sensors</a:t>
            </a:r>
            <a:endParaRPr lang="fr-FR" sz="1600" dirty="0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3DC3361-5CEA-5E9E-E366-7C90AE850876}"/>
              </a:ext>
            </a:extLst>
          </p:cNvPr>
          <p:cNvSpPr/>
          <p:nvPr/>
        </p:nvSpPr>
        <p:spPr>
          <a:xfrm rot="5400000">
            <a:off x="4320710" y="4362466"/>
            <a:ext cx="0" cy="93421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2A3D8F9-2BC4-3D9F-001D-8DA0804454AB}"/>
              </a:ext>
            </a:extLst>
          </p:cNvPr>
          <p:cNvSpPr/>
          <p:nvPr/>
        </p:nvSpPr>
        <p:spPr>
          <a:xfrm rot="5400000">
            <a:off x="4225466" y="4362789"/>
            <a:ext cx="0" cy="93421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97C8768-D1A9-0B82-C385-0A935C4F29F4}"/>
              </a:ext>
            </a:extLst>
          </p:cNvPr>
          <p:cNvSpPr/>
          <p:nvPr/>
        </p:nvSpPr>
        <p:spPr>
          <a:xfrm rot="5400000">
            <a:off x="4411391" y="4362955"/>
            <a:ext cx="0" cy="93421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5D0A06-6B1C-4F2C-5708-EE9E942296E3}"/>
              </a:ext>
            </a:extLst>
          </p:cNvPr>
          <p:cNvSpPr/>
          <p:nvPr/>
        </p:nvSpPr>
        <p:spPr>
          <a:xfrm rot="5400000">
            <a:off x="564549" y="4360213"/>
            <a:ext cx="0" cy="93421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B971E90-2A85-AB2C-CFD3-C909B30B2510}"/>
              </a:ext>
            </a:extLst>
          </p:cNvPr>
          <p:cNvSpPr/>
          <p:nvPr/>
        </p:nvSpPr>
        <p:spPr>
          <a:xfrm rot="5400000">
            <a:off x="469305" y="4360536"/>
            <a:ext cx="0" cy="93421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5586496-D542-DDD1-4A6A-DB78E069740B}"/>
              </a:ext>
            </a:extLst>
          </p:cNvPr>
          <p:cNvSpPr/>
          <p:nvPr/>
        </p:nvSpPr>
        <p:spPr>
          <a:xfrm rot="5400000">
            <a:off x="655230" y="4358795"/>
            <a:ext cx="0" cy="93421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>
              <a:latin typeface="+mj-lt"/>
            </a:endParaRPr>
          </a:p>
        </p:txBody>
      </p:sp>
      <p:cxnSp>
        <p:nvCxnSpPr>
          <p:cNvPr id="66" name="Connecteur en angle 65">
            <a:extLst>
              <a:ext uri="{FF2B5EF4-FFF2-40B4-BE49-F238E27FC236}">
                <a16:creationId xmlns:a16="http://schemas.microsoft.com/office/drawing/2014/main" id="{699F9F23-747C-E28B-9837-97CDA4886815}"/>
              </a:ext>
            </a:extLst>
          </p:cNvPr>
          <p:cNvCxnSpPr>
            <a:cxnSpLocks/>
            <a:stCxn id="64" idx="3"/>
            <a:endCxn id="59" idx="3"/>
          </p:cNvCxnSpPr>
          <p:nvPr/>
        </p:nvCxnSpPr>
        <p:spPr>
          <a:xfrm rot="16200000" flipH="1">
            <a:off x="2439138" y="2437413"/>
            <a:ext cx="2418" cy="3942087"/>
          </a:xfrm>
          <a:prstGeom prst="bentConnector3">
            <a:avLst>
              <a:gd name="adj1" fmla="val 18157393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7" name="Connecteur en angle 66">
            <a:extLst>
              <a:ext uri="{FF2B5EF4-FFF2-40B4-BE49-F238E27FC236}">
                <a16:creationId xmlns:a16="http://schemas.microsoft.com/office/drawing/2014/main" id="{2DF80270-2F6D-00D1-3773-656338DA7ABB}"/>
              </a:ext>
            </a:extLst>
          </p:cNvPr>
          <p:cNvCxnSpPr>
            <a:cxnSpLocks/>
            <a:stCxn id="63" idx="1"/>
            <a:endCxn id="57" idx="3"/>
          </p:cNvCxnSpPr>
          <p:nvPr/>
        </p:nvCxnSpPr>
        <p:spPr>
          <a:xfrm rot="16200000" flipH="1">
            <a:off x="2441502" y="2529971"/>
            <a:ext cx="2254" cy="3756161"/>
          </a:xfrm>
          <a:prstGeom prst="bentConnector5">
            <a:avLst>
              <a:gd name="adj1" fmla="val 16912833"/>
              <a:gd name="adj2" fmla="val 99948"/>
              <a:gd name="adj3" fmla="val 13937772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8" name="Connecteur en angle 67">
            <a:extLst>
              <a:ext uri="{FF2B5EF4-FFF2-40B4-BE49-F238E27FC236}">
                <a16:creationId xmlns:a16="http://schemas.microsoft.com/office/drawing/2014/main" id="{81E0B54F-499C-58C6-DA20-DA7A5209332E}"/>
              </a:ext>
            </a:extLst>
          </p:cNvPr>
          <p:cNvCxnSpPr>
            <a:cxnSpLocks/>
            <a:stCxn id="65" idx="3"/>
            <a:endCxn id="58" idx="3"/>
          </p:cNvCxnSpPr>
          <p:nvPr/>
        </p:nvCxnSpPr>
        <p:spPr>
          <a:xfrm rot="16200000" flipH="1">
            <a:off x="2438351" y="2622385"/>
            <a:ext cx="3994" cy="3570236"/>
          </a:xfrm>
          <a:prstGeom prst="bentConnector3">
            <a:avLst>
              <a:gd name="adj1" fmla="val 7886197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9" name="Connecteur en angle 68">
            <a:extLst>
              <a:ext uri="{FF2B5EF4-FFF2-40B4-BE49-F238E27FC236}">
                <a16:creationId xmlns:a16="http://schemas.microsoft.com/office/drawing/2014/main" id="{77B8E921-9A0E-1461-8C79-FC4D805F4298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44085" y="3555727"/>
            <a:ext cx="512" cy="1706387"/>
          </a:xfrm>
          <a:prstGeom prst="bentConnector3">
            <a:avLst>
              <a:gd name="adj1" fmla="val 48173867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en angle 69">
            <a:extLst>
              <a:ext uri="{FF2B5EF4-FFF2-40B4-BE49-F238E27FC236}">
                <a16:creationId xmlns:a16="http://schemas.microsoft.com/office/drawing/2014/main" id="{AE972058-CFE0-89B0-17AE-769E55DEEF4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45496" y="3649237"/>
            <a:ext cx="2253" cy="1520461"/>
          </a:xfrm>
          <a:prstGeom prst="bentConnector3">
            <a:avLst>
              <a:gd name="adj1" fmla="val 832695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en angle 70">
            <a:extLst>
              <a:ext uri="{FF2B5EF4-FFF2-40B4-BE49-F238E27FC236}">
                <a16:creationId xmlns:a16="http://schemas.microsoft.com/office/drawing/2014/main" id="{B220C9C6-7086-C81F-6347-94658B16217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42343" y="3741653"/>
            <a:ext cx="3994" cy="1334536"/>
          </a:xfrm>
          <a:prstGeom prst="bentConnector3">
            <a:avLst>
              <a:gd name="adj1" fmla="val 3221865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45143323-D2C4-96A8-35D6-B4F47F17C784}"/>
              </a:ext>
            </a:extLst>
          </p:cNvPr>
          <p:cNvSpPr/>
          <p:nvPr/>
        </p:nvSpPr>
        <p:spPr>
          <a:xfrm>
            <a:off x="5228718" y="2568679"/>
            <a:ext cx="1575153" cy="739719"/>
          </a:xfrm>
          <a:prstGeom prst="roundRect">
            <a:avLst>
              <a:gd name="adj" fmla="val 3171"/>
            </a:avLst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solidFill>
                  <a:schemeClr val="tx1"/>
                </a:solidFill>
                <a:latin typeface="+mj-lt"/>
              </a:rPr>
              <a:t>Direcr</a:t>
            </a:r>
            <a:r>
              <a:rPr lang="fr-FR" sz="1600" dirty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600" dirty="0" err="1">
                <a:solidFill>
                  <a:schemeClr val="tx1"/>
                </a:solidFill>
                <a:latin typeface="+mj-lt"/>
              </a:rPr>
              <a:t>current</a:t>
            </a:r>
            <a:r>
              <a:rPr lang="fr-FR" sz="1600" dirty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600" dirty="0" err="1">
                <a:solidFill>
                  <a:schemeClr val="tx1"/>
                </a:solidFill>
                <a:latin typeface="+mj-lt"/>
              </a:rPr>
              <a:t>supply</a:t>
            </a:r>
            <a:endParaRPr lang="fr-FR" sz="16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FA8A3C19-6EDE-2EBF-145F-B86D00AD0033}"/>
              </a:ext>
            </a:extLst>
          </p:cNvPr>
          <p:cNvCxnSpPr>
            <a:cxnSpLocks/>
          </p:cNvCxnSpPr>
          <p:nvPr/>
        </p:nvCxnSpPr>
        <p:spPr>
          <a:xfrm>
            <a:off x="6500238" y="1721972"/>
            <a:ext cx="0" cy="8351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49C9A39A-E346-AE65-4D67-C5B12AFDE5CC}"/>
              </a:ext>
            </a:extLst>
          </p:cNvPr>
          <p:cNvCxnSpPr>
            <a:cxnSpLocks/>
          </p:cNvCxnSpPr>
          <p:nvPr/>
        </p:nvCxnSpPr>
        <p:spPr>
          <a:xfrm>
            <a:off x="884747" y="1236179"/>
            <a:ext cx="0" cy="2947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98A7E475-3515-9D63-31A5-7A640CC0F637}"/>
              </a:ext>
            </a:extLst>
          </p:cNvPr>
          <p:cNvCxnSpPr>
            <a:cxnSpLocks/>
          </p:cNvCxnSpPr>
          <p:nvPr/>
        </p:nvCxnSpPr>
        <p:spPr>
          <a:xfrm>
            <a:off x="1225378" y="1237078"/>
            <a:ext cx="0" cy="2947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5339E7CA-CAA7-6A0A-1CE8-042260E266BF}"/>
              </a:ext>
            </a:extLst>
          </p:cNvPr>
          <p:cNvCxnSpPr>
            <a:cxnSpLocks/>
          </p:cNvCxnSpPr>
          <p:nvPr/>
        </p:nvCxnSpPr>
        <p:spPr>
          <a:xfrm>
            <a:off x="1052583" y="1233997"/>
            <a:ext cx="0" cy="2947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C29BB18-1971-F376-3AFF-765045C86A1B}"/>
              </a:ext>
            </a:extLst>
          </p:cNvPr>
          <p:cNvSpPr/>
          <p:nvPr/>
        </p:nvSpPr>
        <p:spPr>
          <a:xfrm>
            <a:off x="482240" y="619513"/>
            <a:ext cx="1138832" cy="223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+mj-lt"/>
              </a:rPr>
              <a:t>50 Hz, 400 V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CDF453E-3D64-0971-95CE-3FEC6C21B04F}"/>
              </a:ext>
            </a:extLst>
          </p:cNvPr>
          <p:cNvSpPr/>
          <p:nvPr/>
        </p:nvSpPr>
        <p:spPr>
          <a:xfrm>
            <a:off x="1298105" y="2051453"/>
            <a:ext cx="679682" cy="223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chemeClr val="tx1"/>
                </a:solidFill>
                <a:latin typeface="+mj-lt"/>
              </a:rPr>
              <a:t>Coupling</a:t>
            </a:r>
            <a:endParaRPr lang="fr-FR" sz="11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6639F17-EAFB-574E-0D1F-251FEB831913}"/>
              </a:ext>
            </a:extLst>
          </p:cNvPr>
          <p:cNvSpPr/>
          <p:nvPr/>
        </p:nvSpPr>
        <p:spPr>
          <a:xfrm>
            <a:off x="1316714" y="1269261"/>
            <a:ext cx="1014335" cy="2189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chemeClr val="tx1"/>
                </a:solidFill>
                <a:latin typeface="+mj-lt"/>
              </a:rPr>
              <a:t>Accelerometer</a:t>
            </a:r>
            <a:endParaRPr lang="fr-FR" sz="11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55F9A3DD-340A-277E-7456-070D8DA5CC2D}"/>
              </a:ext>
            </a:extLst>
          </p:cNvPr>
          <p:cNvCxnSpPr>
            <a:cxnSpLocks/>
            <a:stCxn id="120" idx="2"/>
            <a:endCxn id="14" idx="0"/>
          </p:cNvCxnSpPr>
          <p:nvPr/>
        </p:nvCxnSpPr>
        <p:spPr>
          <a:xfrm>
            <a:off x="1823882" y="1488172"/>
            <a:ext cx="466020" cy="521338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B6E4EAC8-BE1A-0009-E771-FEFBEFFA1C76}"/>
              </a:ext>
            </a:extLst>
          </p:cNvPr>
          <p:cNvCxnSpPr>
            <a:cxnSpLocks/>
            <a:stCxn id="119" idx="2"/>
            <a:endCxn id="50" idx="0"/>
          </p:cNvCxnSpPr>
          <p:nvPr/>
        </p:nvCxnSpPr>
        <p:spPr>
          <a:xfrm>
            <a:off x="1637946" y="2274627"/>
            <a:ext cx="376416" cy="427351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5C7325D-DF2D-3D40-6459-0ADAA1FA1AB4}"/>
              </a:ext>
            </a:extLst>
          </p:cNvPr>
          <p:cNvSpPr/>
          <p:nvPr/>
        </p:nvSpPr>
        <p:spPr>
          <a:xfrm>
            <a:off x="2063374" y="485021"/>
            <a:ext cx="676138" cy="223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chemeClr val="tx1"/>
                </a:solidFill>
                <a:latin typeface="+mj-lt"/>
              </a:rPr>
              <a:t>Bearings</a:t>
            </a:r>
            <a:r>
              <a:rPr lang="fr-FR" sz="1100" dirty="0">
                <a:solidFill>
                  <a:schemeClr val="tx1"/>
                </a:solidFill>
                <a:latin typeface="+mj-lt"/>
              </a:rPr>
              <a:t> </a:t>
            </a:r>
          </a:p>
        </p:txBody>
      </p:sp>
      <p:cxnSp>
        <p:nvCxnSpPr>
          <p:cNvPr id="131" name="Connecteur droit avec flèche 130">
            <a:extLst>
              <a:ext uri="{FF2B5EF4-FFF2-40B4-BE49-F238E27FC236}">
                <a16:creationId xmlns:a16="http://schemas.microsoft.com/office/drawing/2014/main" id="{64AF355F-6F0C-3EFE-F46E-D92C1CFDBDDA}"/>
              </a:ext>
            </a:extLst>
          </p:cNvPr>
          <p:cNvCxnSpPr>
            <a:cxnSpLocks/>
            <a:stCxn id="129" idx="2"/>
            <a:endCxn id="43" idx="0"/>
          </p:cNvCxnSpPr>
          <p:nvPr/>
        </p:nvCxnSpPr>
        <p:spPr>
          <a:xfrm>
            <a:off x="2401443" y="708195"/>
            <a:ext cx="168" cy="199652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B46E89D-676F-3917-07E8-F5EF5B0544E2}"/>
              </a:ext>
            </a:extLst>
          </p:cNvPr>
          <p:cNvSpPr/>
          <p:nvPr/>
        </p:nvSpPr>
        <p:spPr>
          <a:xfrm>
            <a:off x="2676833" y="485021"/>
            <a:ext cx="509719" cy="223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chemeClr val="tx1"/>
                </a:solidFill>
                <a:latin typeface="+mj-lt"/>
              </a:rPr>
              <a:t>Gears</a:t>
            </a:r>
            <a:endParaRPr lang="fr-FR" sz="11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6" name="Connecteur droit avec flèche 135">
            <a:extLst>
              <a:ext uri="{FF2B5EF4-FFF2-40B4-BE49-F238E27FC236}">
                <a16:creationId xmlns:a16="http://schemas.microsoft.com/office/drawing/2014/main" id="{9BB0FF81-DB48-0C0B-4F62-237B0C57607B}"/>
              </a:ext>
            </a:extLst>
          </p:cNvPr>
          <p:cNvCxnSpPr>
            <a:cxnSpLocks/>
            <a:stCxn id="135" idx="2"/>
            <a:endCxn id="46" idx="2"/>
          </p:cNvCxnSpPr>
          <p:nvPr/>
        </p:nvCxnSpPr>
        <p:spPr>
          <a:xfrm>
            <a:off x="2931693" y="708195"/>
            <a:ext cx="1694" cy="1158484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B87228F-DA4A-34D7-CFD2-1E50256EEC19}"/>
              </a:ext>
            </a:extLst>
          </p:cNvPr>
          <p:cNvSpPr/>
          <p:nvPr/>
        </p:nvSpPr>
        <p:spPr>
          <a:xfrm>
            <a:off x="3045425" y="351252"/>
            <a:ext cx="578049" cy="35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+mj-lt"/>
              </a:rPr>
              <a:t>Input </a:t>
            </a:r>
            <a:r>
              <a:rPr lang="fr-FR" sz="1100" dirty="0" err="1">
                <a:solidFill>
                  <a:schemeClr val="tx1"/>
                </a:solidFill>
                <a:latin typeface="+mj-lt"/>
              </a:rPr>
              <a:t>shaft</a:t>
            </a:r>
            <a:endParaRPr lang="fr-FR" sz="11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31194B4-2E9F-CF53-EADB-9E4E53A480F6}"/>
              </a:ext>
            </a:extLst>
          </p:cNvPr>
          <p:cNvSpPr/>
          <p:nvPr/>
        </p:nvSpPr>
        <p:spPr>
          <a:xfrm>
            <a:off x="4376551" y="354206"/>
            <a:ext cx="612078" cy="35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+mj-lt"/>
              </a:rPr>
              <a:t>Output </a:t>
            </a:r>
            <a:r>
              <a:rPr lang="fr-FR" sz="1100" dirty="0" err="1">
                <a:solidFill>
                  <a:schemeClr val="tx1"/>
                </a:solidFill>
                <a:latin typeface="+mj-lt"/>
              </a:rPr>
              <a:t>shaft</a:t>
            </a:r>
            <a:endParaRPr lang="fr-FR" sz="11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EF79DAA-ACC1-E969-A239-34A767452386}"/>
              </a:ext>
            </a:extLst>
          </p:cNvPr>
          <p:cNvSpPr/>
          <p:nvPr/>
        </p:nvSpPr>
        <p:spPr>
          <a:xfrm>
            <a:off x="3488499" y="358675"/>
            <a:ext cx="963830" cy="35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chemeClr val="tx1"/>
                </a:solidFill>
                <a:latin typeface="+mj-lt"/>
              </a:rPr>
              <a:t>Intermediate</a:t>
            </a:r>
            <a:r>
              <a:rPr lang="fr-FR" sz="1100" dirty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100" dirty="0" err="1">
                <a:solidFill>
                  <a:schemeClr val="tx1"/>
                </a:solidFill>
                <a:latin typeface="+mj-lt"/>
              </a:rPr>
              <a:t>shaft</a:t>
            </a:r>
            <a:endParaRPr lang="fr-FR" sz="11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0" name="Connecteur droit avec flèche 149">
            <a:extLst>
              <a:ext uri="{FF2B5EF4-FFF2-40B4-BE49-F238E27FC236}">
                <a16:creationId xmlns:a16="http://schemas.microsoft.com/office/drawing/2014/main" id="{CE081AF1-1DAC-80D1-2E91-E26D11643897}"/>
              </a:ext>
            </a:extLst>
          </p:cNvPr>
          <p:cNvCxnSpPr>
            <a:cxnSpLocks/>
            <a:stCxn id="147" idx="2"/>
          </p:cNvCxnSpPr>
          <p:nvPr/>
        </p:nvCxnSpPr>
        <p:spPr>
          <a:xfrm>
            <a:off x="3334450" y="707068"/>
            <a:ext cx="0" cy="218878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3" name="Connecteur droit avec flèche 152">
            <a:extLst>
              <a:ext uri="{FF2B5EF4-FFF2-40B4-BE49-F238E27FC236}">
                <a16:creationId xmlns:a16="http://schemas.microsoft.com/office/drawing/2014/main" id="{BE6CE118-3FD7-8606-F3ED-1A24AF14AEEC}"/>
              </a:ext>
            </a:extLst>
          </p:cNvPr>
          <p:cNvCxnSpPr>
            <a:cxnSpLocks/>
            <a:stCxn id="149" idx="2"/>
          </p:cNvCxnSpPr>
          <p:nvPr/>
        </p:nvCxnSpPr>
        <p:spPr>
          <a:xfrm>
            <a:off x="3970414" y="714491"/>
            <a:ext cx="0" cy="140425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6" name="Connecteur droit avec flèche 155">
            <a:extLst>
              <a:ext uri="{FF2B5EF4-FFF2-40B4-BE49-F238E27FC236}">
                <a16:creationId xmlns:a16="http://schemas.microsoft.com/office/drawing/2014/main" id="{4DD00B13-1869-134F-6C48-69114B6EAE39}"/>
              </a:ext>
            </a:extLst>
          </p:cNvPr>
          <p:cNvCxnSpPr>
            <a:cxnSpLocks/>
            <a:stCxn id="148" idx="2"/>
          </p:cNvCxnSpPr>
          <p:nvPr/>
        </p:nvCxnSpPr>
        <p:spPr>
          <a:xfrm>
            <a:off x="4682590" y="710022"/>
            <a:ext cx="0" cy="611157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C6D13DB3-302E-A159-0E2B-44B632711C79}"/>
              </a:ext>
            </a:extLst>
          </p:cNvPr>
          <p:cNvSpPr/>
          <p:nvPr/>
        </p:nvSpPr>
        <p:spPr>
          <a:xfrm>
            <a:off x="2466156" y="3228154"/>
            <a:ext cx="2149105" cy="223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chemeClr val="tx1"/>
                </a:solidFill>
                <a:latin typeface="+mj-lt"/>
              </a:rPr>
              <a:t>Bearing</a:t>
            </a:r>
            <a:r>
              <a:rPr lang="fr-FR" sz="1100" dirty="0">
                <a:solidFill>
                  <a:schemeClr val="tx1"/>
                </a:solidFill>
                <a:latin typeface="+mj-lt"/>
              </a:rPr>
              <a:t> and </a:t>
            </a:r>
            <a:r>
              <a:rPr lang="fr-FR" sz="1100" dirty="0" err="1">
                <a:solidFill>
                  <a:schemeClr val="tx1"/>
                </a:solidFill>
                <a:latin typeface="+mj-lt"/>
              </a:rPr>
              <a:t>gear</a:t>
            </a:r>
            <a:r>
              <a:rPr lang="fr-FR" sz="1100" dirty="0">
                <a:solidFill>
                  <a:schemeClr val="tx1"/>
                </a:solidFill>
                <a:latin typeface="+mj-lt"/>
              </a:rPr>
              <a:t> of </a:t>
            </a:r>
            <a:r>
              <a:rPr lang="fr-FR" sz="1100" dirty="0" err="1">
                <a:solidFill>
                  <a:schemeClr val="tx1"/>
                </a:solidFill>
                <a:latin typeface="+mj-lt"/>
              </a:rPr>
              <a:t>experiments</a:t>
            </a:r>
            <a:endParaRPr lang="fr-FR" sz="11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65" name="Connecteur droit avec flèche 164">
            <a:extLst>
              <a:ext uri="{FF2B5EF4-FFF2-40B4-BE49-F238E27FC236}">
                <a16:creationId xmlns:a16="http://schemas.microsoft.com/office/drawing/2014/main" id="{99C20C37-962F-9213-3853-9E19134BC1E9}"/>
              </a:ext>
            </a:extLst>
          </p:cNvPr>
          <p:cNvCxnSpPr>
            <a:cxnSpLocks/>
            <a:stCxn id="164" idx="0"/>
          </p:cNvCxnSpPr>
          <p:nvPr/>
        </p:nvCxnSpPr>
        <p:spPr>
          <a:xfrm flipH="1" flipV="1">
            <a:off x="2686595" y="2444092"/>
            <a:ext cx="854114" cy="784062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093BA63B-7931-2C16-6863-9645909EDC25}"/>
              </a:ext>
            </a:extLst>
          </p:cNvPr>
          <p:cNvSpPr/>
          <p:nvPr/>
        </p:nvSpPr>
        <p:spPr>
          <a:xfrm>
            <a:off x="4316256" y="1413747"/>
            <a:ext cx="543966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+mj-lt"/>
              </a:rPr>
              <a:t>9 </a:t>
            </a:r>
            <a:r>
              <a:rPr lang="fr-FR" sz="1100" dirty="0" err="1">
                <a:solidFill>
                  <a:schemeClr val="tx1"/>
                </a:solidFill>
                <a:latin typeface="+mj-lt"/>
              </a:rPr>
              <a:t>balls</a:t>
            </a:r>
            <a:endParaRPr lang="fr-FR" sz="11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9C523F3D-5056-C61F-BCFF-6C479BE6EFBF}"/>
              </a:ext>
            </a:extLst>
          </p:cNvPr>
          <p:cNvSpPr/>
          <p:nvPr/>
        </p:nvSpPr>
        <p:spPr>
          <a:xfrm>
            <a:off x="3644698" y="2452034"/>
            <a:ext cx="742034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+mj-lt"/>
              </a:rPr>
              <a:t>100 </a:t>
            </a:r>
            <a:r>
              <a:rPr lang="fr-FR" sz="1100" dirty="0" err="1">
                <a:solidFill>
                  <a:schemeClr val="tx1"/>
                </a:solidFill>
                <a:latin typeface="+mj-lt"/>
              </a:rPr>
              <a:t>teeth</a:t>
            </a:r>
            <a:endParaRPr lang="fr-FR" sz="11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C934FBAA-5070-74B6-9D7C-D792E1ED0C4A}"/>
              </a:ext>
            </a:extLst>
          </p:cNvPr>
          <p:cNvSpPr/>
          <p:nvPr/>
        </p:nvSpPr>
        <p:spPr>
          <a:xfrm>
            <a:off x="3067868" y="2265597"/>
            <a:ext cx="676622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+mj-lt"/>
              </a:rPr>
              <a:t>36 </a:t>
            </a:r>
            <a:r>
              <a:rPr lang="fr-FR" sz="1100" dirty="0" err="1">
                <a:solidFill>
                  <a:schemeClr val="tx1"/>
                </a:solidFill>
                <a:latin typeface="+mj-lt"/>
              </a:rPr>
              <a:t>teeth</a:t>
            </a:r>
            <a:endParaRPr lang="fr-FR" sz="11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537BEE6-A8AD-9974-4F78-8FF1005712CF}"/>
              </a:ext>
            </a:extLst>
          </p:cNvPr>
          <p:cNvSpPr/>
          <p:nvPr/>
        </p:nvSpPr>
        <p:spPr>
          <a:xfrm>
            <a:off x="3721629" y="2972804"/>
            <a:ext cx="666991" cy="1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+mj-lt"/>
              </a:rPr>
              <a:t>29 </a:t>
            </a:r>
            <a:r>
              <a:rPr lang="fr-FR" sz="1100" dirty="0" err="1">
                <a:solidFill>
                  <a:schemeClr val="tx1"/>
                </a:solidFill>
                <a:latin typeface="+mj-lt"/>
              </a:rPr>
              <a:t>teeth</a:t>
            </a:r>
            <a:endParaRPr lang="fr-FR" sz="11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F1AD62B-57DA-839C-6EAB-43FBAA00857A}"/>
              </a:ext>
            </a:extLst>
          </p:cNvPr>
          <p:cNvSpPr/>
          <p:nvPr/>
        </p:nvSpPr>
        <p:spPr>
          <a:xfrm>
            <a:off x="3070939" y="1705310"/>
            <a:ext cx="676622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+mj-lt"/>
              </a:rPr>
              <a:t>90 </a:t>
            </a:r>
            <a:r>
              <a:rPr lang="fr-FR" sz="1100" dirty="0" err="1">
                <a:solidFill>
                  <a:schemeClr val="tx1"/>
                </a:solidFill>
                <a:latin typeface="+mj-lt"/>
              </a:rPr>
              <a:t>teeth</a:t>
            </a:r>
            <a:endParaRPr lang="fr-FR" sz="11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AutoShape 195">
            <a:extLst>
              <a:ext uri="{FF2B5EF4-FFF2-40B4-BE49-F238E27FC236}">
                <a16:creationId xmlns:a16="http://schemas.microsoft.com/office/drawing/2014/main" id="{11FFF1FD-DE9A-E1A4-5A5A-53A8989C3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043" y="1105087"/>
            <a:ext cx="129113" cy="48615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 sz="1000">
              <a:latin typeface="+mj-lt"/>
            </a:endParaRPr>
          </a:p>
        </p:txBody>
      </p:sp>
      <p:sp>
        <p:nvSpPr>
          <p:cNvPr id="41" name="AutoShape 196">
            <a:extLst>
              <a:ext uri="{FF2B5EF4-FFF2-40B4-BE49-F238E27FC236}">
                <a16:creationId xmlns:a16="http://schemas.microsoft.com/office/drawing/2014/main" id="{F566EEEA-AF42-05C7-9F8C-548C7283D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043" y="1910497"/>
            <a:ext cx="129113" cy="48615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 sz="1000">
              <a:latin typeface="+mj-lt"/>
            </a:endParaRPr>
          </a:p>
        </p:txBody>
      </p:sp>
      <p:sp>
        <p:nvSpPr>
          <p:cNvPr id="186" name="Rectangle : coins arrondis 185">
            <a:extLst>
              <a:ext uri="{FF2B5EF4-FFF2-40B4-BE49-F238E27FC236}">
                <a16:creationId xmlns:a16="http://schemas.microsoft.com/office/drawing/2014/main" id="{93099164-82B6-9853-0D5F-047B3047ED34}"/>
              </a:ext>
            </a:extLst>
          </p:cNvPr>
          <p:cNvSpPr/>
          <p:nvPr/>
        </p:nvSpPr>
        <p:spPr>
          <a:xfrm>
            <a:off x="2325869" y="1871249"/>
            <a:ext cx="721452" cy="572843"/>
          </a:xfrm>
          <a:prstGeom prst="roundRect">
            <a:avLst>
              <a:gd name="adj" fmla="val 5612"/>
            </a:avLst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8" name="Connecteur en angle 187">
            <a:extLst>
              <a:ext uri="{FF2B5EF4-FFF2-40B4-BE49-F238E27FC236}">
                <a16:creationId xmlns:a16="http://schemas.microsoft.com/office/drawing/2014/main" id="{FCC87911-A213-26D7-C7F0-D8CF6CAB4EF6}"/>
              </a:ext>
            </a:extLst>
          </p:cNvPr>
          <p:cNvCxnSpPr>
            <a:cxnSpLocks/>
            <a:stCxn id="129" idx="2"/>
            <a:endCxn id="42" idx="0"/>
          </p:cNvCxnSpPr>
          <p:nvPr/>
        </p:nvCxnSpPr>
        <p:spPr>
          <a:xfrm rot="16200000" flipH="1">
            <a:off x="2670978" y="438660"/>
            <a:ext cx="1984447" cy="2523516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dk1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AutoShape 199">
            <a:extLst>
              <a:ext uri="{FF2B5EF4-FFF2-40B4-BE49-F238E27FC236}">
                <a16:creationId xmlns:a16="http://schemas.microsoft.com/office/drawing/2014/main" id="{ED3B5DBF-7163-F520-E493-309DDD977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516" y="1104007"/>
            <a:ext cx="129113" cy="48615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 sz="1000">
              <a:latin typeface="+mj-lt"/>
            </a:endParaRPr>
          </a:p>
        </p:txBody>
      </p:sp>
      <p:sp>
        <p:nvSpPr>
          <p:cNvPr id="45" name="AutoShape 200">
            <a:extLst>
              <a:ext uri="{FF2B5EF4-FFF2-40B4-BE49-F238E27FC236}">
                <a16:creationId xmlns:a16="http://schemas.microsoft.com/office/drawing/2014/main" id="{46697A60-DD92-4BF6-D9F8-67BFC2E59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516" y="1900011"/>
            <a:ext cx="129113" cy="486150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 sz="10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501002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2490</TotalTime>
  <Words>70</Words>
  <Application>Microsoft Macintosh PowerPoint</Application>
  <PresentationFormat>Personnalisé</PresentationFormat>
  <Paragraphs>30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moncef.soualhi@outlook.fr</dc:creator>
  <cp:lastModifiedBy>Moncef SOUALHI</cp:lastModifiedBy>
  <cp:revision>26</cp:revision>
  <cp:lastPrinted>2023-02-20T15:33:15Z</cp:lastPrinted>
  <dcterms:created xsi:type="dcterms:W3CDTF">2019-04-22T18:17:19Z</dcterms:created>
  <dcterms:modified xsi:type="dcterms:W3CDTF">2023-02-22T12:59:12Z</dcterms:modified>
</cp:coreProperties>
</file>