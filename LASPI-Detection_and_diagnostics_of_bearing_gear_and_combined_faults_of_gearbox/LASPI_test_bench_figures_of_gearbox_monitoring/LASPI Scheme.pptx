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9" r:id="rId2"/>
  </p:sldIdLst>
  <p:sldSz cx="899953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73"/>
    <p:restoredTop sz="96327"/>
  </p:normalViewPr>
  <p:slideViewPr>
    <p:cSldViewPr snapToGrid="0">
      <p:cViewPr varScale="1">
        <p:scale>
          <a:sx n="153" d="100"/>
          <a:sy n="153" d="100"/>
        </p:scale>
        <p:origin x="1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942577"/>
            <a:ext cx="6749654" cy="2005142"/>
          </a:xfrm>
        </p:spPr>
        <p:txBody>
          <a:bodyPr anchor="b"/>
          <a:lstStyle>
            <a:lvl1pPr algn="ctr">
              <a:defRPr sz="442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025045"/>
            <a:ext cx="6749654" cy="1390533"/>
          </a:xfrm>
        </p:spPr>
        <p:txBody>
          <a:bodyPr/>
          <a:lstStyle>
            <a:lvl1pPr marL="0" indent="0" algn="ctr">
              <a:buNone/>
              <a:defRPr sz="1772"/>
            </a:lvl1pPr>
            <a:lvl2pPr marL="337505" indent="0" algn="ctr">
              <a:buNone/>
              <a:defRPr sz="1476"/>
            </a:lvl2pPr>
            <a:lvl3pPr marL="675010" indent="0" algn="ctr">
              <a:buNone/>
              <a:defRPr sz="1329"/>
            </a:lvl3pPr>
            <a:lvl4pPr marL="1012515" indent="0" algn="ctr">
              <a:buNone/>
              <a:defRPr sz="1181"/>
            </a:lvl4pPr>
            <a:lvl5pPr marL="1350020" indent="0" algn="ctr">
              <a:buNone/>
              <a:defRPr sz="1181"/>
            </a:lvl5pPr>
            <a:lvl6pPr marL="1687525" indent="0" algn="ctr">
              <a:buNone/>
              <a:defRPr sz="1181"/>
            </a:lvl6pPr>
            <a:lvl7pPr marL="2025030" indent="0" algn="ctr">
              <a:buNone/>
              <a:defRPr sz="1181"/>
            </a:lvl7pPr>
            <a:lvl8pPr marL="2362535" indent="0" algn="ctr">
              <a:buNone/>
              <a:defRPr sz="1181"/>
            </a:lvl8pPr>
            <a:lvl9pPr marL="2700040" indent="0" algn="ctr">
              <a:buNone/>
              <a:defRPr sz="118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85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96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435864"/>
            <a:ext cx="7762102" cy="2395771"/>
          </a:xfrm>
        </p:spPr>
        <p:txBody>
          <a:bodyPr anchor="b"/>
          <a:lstStyle>
            <a:lvl1pPr>
              <a:defRPr sz="442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854300"/>
            <a:ext cx="7762102" cy="1259879"/>
          </a:xfrm>
        </p:spPr>
        <p:txBody>
          <a:bodyPr/>
          <a:lstStyle>
            <a:lvl1pPr marL="0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1pPr>
            <a:lvl2pPr marL="337505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2pPr>
            <a:lvl3pPr marL="675010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51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02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52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03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53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04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1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533187"/>
            <a:ext cx="3824804" cy="365431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533187"/>
            <a:ext cx="3824804" cy="365431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66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06638"/>
            <a:ext cx="7762102" cy="111322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411865"/>
            <a:ext cx="3807226" cy="691934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103799"/>
            <a:ext cx="3807226" cy="30943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411865"/>
            <a:ext cx="3825976" cy="691934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2103799"/>
            <a:ext cx="3825976" cy="30943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47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21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59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83963"/>
            <a:ext cx="2902585" cy="1343872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829255"/>
            <a:ext cx="4556016" cy="4092942"/>
          </a:xfrm>
        </p:spPr>
        <p:txBody>
          <a:bodyPr/>
          <a:lstStyle>
            <a:lvl1pPr>
              <a:defRPr sz="2362"/>
            </a:lvl1pPr>
            <a:lvl2pPr>
              <a:defRPr sz="2067"/>
            </a:lvl2pPr>
            <a:lvl3pPr>
              <a:defRPr sz="1772"/>
            </a:lvl3pPr>
            <a:lvl4pPr>
              <a:defRPr sz="1476"/>
            </a:lvl4pPr>
            <a:lvl5pPr>
              <a:defRPr sz="1476"/>
            </a:lvl5pPr>
            <a:lvl6pPr>
              <a:defRPr sz="1476"/>
            </a:lvl6pPr>
            <a:lvl7pPr>
              <a:defRPr sz="1476"/>
            </a:lvl7pPr>
            <a:lvl8pPr>
              <a:defRPr sz="1476"/>
            </a:lvl8pPr>
            <a:lvl9pPr>
              <a:defRPr sz="147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27835"/>
            <a:ext cx="2902585" cy="3201028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83963"/>
            <a:ext cx="2902585" cy="1343872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829255"/>
            <a:ext cx="4556016" cy="4092942"/>
          </a:xfrm>
        </p:spPr>
        <p:txBody>
          <a:bodyPr anchor="t"/>
          <a:lstStyle>
            <a:lvl1pPr marL="0" indent="0">
              <a:buNone/>
              <a:defRPr sz="2362"/>
            </a:lvl1pPr>
            <a:lvl2pPr marL="337505" indent="0">
              <a:buNone/>
              <a:defRPr sz="2067"/>
            </a:lvl2pPr>
            <a:lvl3pPr marL="675010" indent="0">
              <a:buNone/>
              <a:defRPr sz="1772"/>
            </a:lvl3pPr>
            <a:lvl4pPr marL="1012515" indent="0">
              <a:buNone/>
              <a:defRPr sz="1476"/>
            </a:lvl4pPr>
            <a:lvl5pPr marL="1350020" indent="0">
              <a:buNone/>
              <a:defRPr sz="1476"/>
            </a:lvl5pPr>
            <a:lvl6pPr marL="1687525" indent="0">
              <a:buNone/>
              <a:defRPr sz="1476"/>
            </a:lvl6pPr>
            <a:lvl7pPr marL="2025030" indent="0">
              <a:buNone/>
              <a:defRPr sz="1476"/>
            </a:lvl7pPr>
            <a:lvl8pPr marL="2362535" indent="0">
              <a:buNone/>
              <a:defRPr sz="1476"/>
            </a:lvl8pPr>
            <a:lvl9pPr marL="2700040" indent="0">
              <a:buNone/>
              <a:defRPr sz="147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27835"/>
            <a:ext cx="2902585" cy="3201028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754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32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06637"/>
            <a:ext cx="1940525" cy="488086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306637"/>
            <a:ext cx="5709082" cy="488086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89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06638"/>
            <a:ext cx="7762102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533187"/>
            <a:ext cx="7762102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5338158"/>
            <a:ext cx="202489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2D001-84AD-CD4A-B81E-2DA535B56B11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5338158"/>
            <a:ext cx="303734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5338158"/>
            <a:ext cx="202489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F06C7-8732-1A44-B77F-DFC56463FF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76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5010" rtl="0" eaLnBrk="1" latinLnBrk="0" hangingPunct="1">
        <a:lnSpc>
          <a:spcPct val="90000"/>
        </a:lnSpc>
        <a:spcBef>
          <a:spcPct val="0"/>
        </a:spcBef>
        <a:buNone/>
        <a:defRPr sz="3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753" indent="-168753" algn="l" defTabSz="67501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50625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4376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8126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51877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85627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378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28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879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0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01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51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02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52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03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53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04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97">
            <a:extLst>
              <a:ext uri="{FF2B5EF4-FFF2-40B4-BE49-F238E27FC236}">
                <a16:creationId xmlns:a16="http://schemas.microsoft.com/office/drawing/2014/main" id="{62592CF8-35EC-95B7-59CC-7C0300191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116" y="650914"/>
            <a:ext cx="3378396" cy="3374978"/>
          </a:xfrm>
          <a:prstGeom prst="roundRect">
            <a:avLst>
              <a:gd name="adj" fmla="val 1591"/>
            </a:avLst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ctr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0C9168E-4141-F67B-E3EA-DA4370A6A8AD}"/>
              </a:ext>
            </a:extLst>
          </p:cNvPr>
          <p:cNvSpPr/>
          <p:nvPr/>
        </p:nvSpPr>
        <p:spPr>
          <a:xfrm>
            <a:off x="519558" y="646631"/>
            <a:ext cx="1942979" cy="492987"/>
          </a:xfrm>
          <a:prstGeom prst="roundRect">
            <a:avLst>
              <a:gd name="adj" fmla="val 7516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32" dirty="0" err="1">
                <a:latin typeface="+mj-lt"/>
              </a:rPr>
              <a:t>Supply</a:t>
            </a:r>
            <a:r>
              <a:rPr lang="fr-FR" sz="2032" dirty="0">
                <a:latin typeface="+mj-lt"/>
              </a:rPr>
              <a:t> </a:t>
            </a:r>
            <a:r>
              <a:rPr lang="fr-FR" sz="2032" dirty="0" err="1">
                <a:latin typeface="+mj-lt"/>
              </a:rPr>
              <a:t>grid</a:t>
            </a:r>
            <a:endParaRPr lang="fr-FR" sz="2032" dirty="0">
              <a:latin typeface="+mj-lt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423D4F4-1E1A-3ED7-3CBF-0ABB1D7F9F84}"/>
              </a:ext>
            </a:extLst>
          </p:cNvPr>
          <p:cNvSpPr/>
          <p:nvPr/>
        </p:nvSpPr>
        <p:spPr>
          <a:xfrm>
            <a:off x="519558" y="1512540"/>
            <a:ext cx="1942979" cy="492987"/>
          </a:xfrm>
          <a:prstGeom prst="roundRect">
            <a:avLst>
              <a:gd name="adj" fmla="val 6372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32" dirty="0" err="1">
                <a:latin typeface="+mj-lt"/>
              </a:rPr>
              <a:t>Inverter</a:t>
            </a:r>
            <a:endParaRPr lang="fr-FR" sz="2032" dirty="0">
              <a:latin typeface="+mj-lt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CFCC5F2-E745-A468-9220-FAD07FE60552}"/>
              </a:ext>
            </a:extLst>
          </p:cNvPr>
          <p:cNvSpPr>
            <a:spLocks/>
          </p:cNvSpPr>
          <p:nvPr/>
        </p:nvSpPr>
        <p:spPr>
          <a:xfrm>
            <a:off x="519558" y="2780549"/>
            <a:ext cx="1942979" cy="935788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32" dirty="0">
                <a:latin typeface="+mj-lt"/>
              </a:rPr>
              <a:t>Induction </a:t>
            </a:r>
            <a:r>
              <a:rPr lang="fr-FR" sz="2032" dirty="0" err="1">
                <a:latin typeface="+mj-lt"/>
              </a:rPr>
              <a:t>motor</a:t>
            </a:r>
            <a:endParaRPr lang="fr-FR" sz="2032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9267E-93B2-FA83-BE33-4C02400E575B}"/>
              </a:ext>
            </a:extLst>
          </p:cNvPr>
          <p:cNvSpPr/>
          <p:nvPr/>
        </p:nvSpPr>
        <p:spPr>
          <a:xfrm>
            <a:off x="2462541" y="3228518"/>
            <a:ext cx="4012361" cy="105143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27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20F9F6-D7F9-20B8-4391-C1A9D872F418}"/>
              </a:ext>
            </a:extLst>
          </p:cNvPr>
          <p:cNvSpPr/>
          <p:nvPr/>
        </p:nvSpPr>
        <p:spPr>
          <a:xfrm>
            <a:off x="3099008" y="1248868"/>
            <a:ext cx="3680767" cy="101161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27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A4DAF-0500-C8E4-C5B4-74BD3D0541C3}"/>
              </a:ext>
            </a:extLst>
          </p:cNvPr>
          <p:cNvSpPr/>
          <p:nvPr/>
        </p:nvSpPr>
        <p:spPr>
          <a:xfrm>
            <a:off x="3099011" y="2261647"/>
            <a:ext cx="3375891" cy="99817"/>
          </a:xfrm>
          <a:prstGeom prst="rect">
            <a:avLst/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270">
              <a:latin typeface="+mj-lt"/>
            </a:endParaRP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4351C96B-6443-8ED0-7087-CC31FF2DA555}"/>
              </a:ext>
            </a:extLst>
          </p:cNvPr>
          <p:cNvGrpSpPr/>
          <p:nvPr/>
        </p:nvGrpSpPr>
        <p:grpSpPr>
          <a:xfrm>
            <a:off x="2982179" y="2122940"/>
            <a:ext cx="131248" cy="305817"/>
            <a:chOff x="2370529" y="1873470"/>
            <a:chExt cx="75737" cy="1764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D9A9CC-7A12-E967-FDDC-A877F1F65D2F}"/>
                </a:ext>
              </a:extLst>
            </p:cNvPr>
            <p:cNvSpPr/>
            <p:nvPr/>
          </p:nvSpPr>
          <p:spPr>
            <a:xfrm>
              <a:off x="2370529" y="1941943"/>
              <a:ext cx="75737" cy="108000"/>
            </a:xfrm>
            <a:prstGeom prst="rect">
              <a:avLst/>
            </a:prstGeom>
            <a:solidFill>
              <a:srgbClr val="00B050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270">
                <a:latin typeface="+mj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158D1A-399D-EEC8-1730-78F886B30ABB}"/>
                </a:ext>
              </a:extLst>
            </p:cNvPr>
            <p:cNvSpPr/>
            <p:nvPr/>
          </p:nvSpPr>
          <p:spPr>
            <a:xfrm>
              <a:off x="2385616" y="1873470"/>
              <a:ext cx="45719" cy="68456"/>
            </a:xfrm>
            <a:prstGeom prst="rect">
              <a:avLst/>
            </a:prstGeom>
            <a:solidFill>
              <a:srgbClr val="00B050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270">
                <a:latin typeface="+mj-lt"/>
              </a:endParaRPr>
            </a:p>
          </p:txBody>
        </p:sp>
      </p:grpSp>
      <p:cxnSp>
        <p:nvCxnSpPr>
          <p:cNvPr id="15" name="Connecteur en angle 14">
            <a:extLst>
              <a:ext uri="{FF2B5EF4-FFF2-40B4-BE49-F238E27FC236}">
                <a16:creationId xmlns:a16="http://schemas.microsoft.com/office/drawing/2014/main" id="{DD376028-D88B-F242-D5F4-3AEC0C7ED25C}"/>
              </a:ext>
            </a:extLst>
          </p:cNvPr>
          <p:cNvCxnSpPr>
            <a:cxnSpLocks/>
            <a:stCxn id="14" idx="0"/>
            <a:endCxn id="16" idx="1"/>
          </p:cNvCxnSpPr>
          <p:nvPr/>
        </p:nvCxnSpPr>
        <p:spPr>
          <a:xfrm rot="16200000" flipH="1">
            <a:off x="1783148" y="3387731"/>
            <a:ext cx="2580386" cy="50803"/>
          </a:xfrm>
          <a:prstGeom prst="bentConnector4">
            <a:avLst>
              <a:gd name="adj1" fmla="val -15352"/>
              <a:gd name="adj2" fmla="val -300904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A675225-D027-6DDB-303D-E17F313D6A12}"/>
              </a:ext>
            </a:extLst>
          </p:cNvPr>
          <p:cNvSpPr/>
          <p:nvPr/>
        </p:nvSpPr>
        <p:spPr>
          <a:xfrm>
            <a:off x="3098744" y="4236832"/>
            <a:ext cx="3484270" cy="932985"/>
          </a:xfrm>
          <a:prstGeom prst="roundRect">
            <a:avLst>
              <a:gd name="adj" fmla="val 4579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pPr algn="ctr"/>
            <a:r>
              <a:rPr lang="fr-FR" sz="2032" dirty="0" err="1">
                <a:latin typeface="+mj-lt"/>
                <a:cs typeface="Arial" panose="020B0604020202020204" pitchFamily="34" charset="0"/>
              </a:rPr>
              <a:t>Two</a:t>
            </a:r>
            <a:r>
              <a:rPr lang="fr-FR" sz="2032" dirty="0">
                <a:latin typeface="+mj-lt"/>
                <a:cs typeface="Arial" panose="020B0604020202020204" pitchFamily="34" charset="0"/>
              </a:rPr>
              <a:t> acquisition </a:t>
            </a:r>
            <a:r>
              <a:rPr lang="fr-FR" sz="2032" dirty="0" err="1">
                <a:latin typeface="+mj-lt"/>
                <a:cs typeface="Arial" panose="020B0604020202020204" pitchFamily="34" charset="0"/>
              </a:rPr>
              <a:t>cards</a:t>
            </a:r>
            <a:r>
              <a:rPr lang="fr-FR" sz="2032" dirty="0">
                <a:latin typeface="+mj-lt"/>
                <a:cs typeface="Arial" panose="020B0604020202020204" pitchFamily="34" charset="0"/>
              </a:rPr>
              <a:t> of National Instruments 9234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771B146-B963-C6D2-6E73-3D3B4A187D91}"/>
              </a:ext>
            </a:extLst>
          </p:cNvPr>
          <p:cNvCxnSpPr>
            <a:cxnSpLocks/>
          </p:cNvCxnSpPr>
          <p:nvPr/>
        </p:nvCxnSpPr>
        <p:spPr>
          <a:xfrm>
            <a:off x="7015254" y="1765951"/>
            <a:ext cx="0" cy="10605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9C01C8B-ADDF-E064-C690-5CDFA7805240}"/>
              </a:ext>
            </a:extLst>
          </p:cNvPr>
          <p:cNvCxnSpPr>
            <a:cxnSpLocks/>
          </p:cNvCxnSpPr>
          <p:nvPr/>
        </p:nvCxnSpPr>
        <p:spPr>
          <a:xfrm>
            <a:off x="1265891" y="2013743"/>
            <a:ext cx="0" cy="7703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C4AAB27-142C-B0BD-E8F8-9E40707AAAE2}"/>
              </a:ext>
            </a:extLst>
          </p:cNvPr>
          <p:cNvCxnSpPr>
            <a:cxnSpLocks/>
          </p:cNvCxnSpPr>
          <p:nvPr/>
        </p:nvCxnSpPr>
        <p:spPr>
          <a:xfrm>
            <a:off x="1696424" y="2008750"/>
            <a:ext cx="211" cy="7739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B9A78BCB-FCD5-BB37-9609-FA3E65E7FAC7}"/>
              </a:ext>
            </a:extLst>
          </p:cNvPr>
          <p:cNvCxnSpPr>
            <a:cxnSpLocks/>
          </p:cNvCxnSpPr>
          <p:nvPr/>
        </p:nvCxnSpPr>
        <p:spPr>
          <a:xfrm>
            <a:off x="1480708" y="2005533"/>
            <a:ext cx="211" cy="7739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8C588767-A86D-E7B5-EF7C-49FFC2462B94}"/>
              </a:ext>
            </a:extLst>
          </p:cNvPr>
          <p:cNvCxnSpPr>
            <a:cxnSpLocks/>
          </p:cNvCxnSpPr>
          <p:nvPr/>
        </p:nvCxnSpPr>
        <p:spPr>
          <a:xfrm flipH="1">
            <a:off x="2269750" y="3714764"/>
            <a:ext cx="935" cy="5197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CB2AA2A-2D02-13A6-84E5-80C4D3F622AC}"/>
              </a:ext>
            </a:extLst>
          </p:cNvPr>
          <p:cNvSpPr/>
          <p:nvPr/>
        </p:nvSpPr>
        <p:spPr>
          <a:xfrm rot="5400000">
            <a:off x="673368" y="3657157"/>
            <a:ext cx="0" cy="118630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270">
              <a:latin typeface="+mj-lt"/>
            </a:endParaRP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3CA428B8-E388-2184-C8D4-E788C7FFE5B9}"/>
              </a:ext>
            </a:extLst>
          </p:cNvPr>
          <p:cNvCxnSpPr>
            <a:cxnSpLocks/>
          </p:cNvCxnSpPr>
          <p:nvPr/>
        </p:nvCxnSpPr>
        <p:spPr>
          <a:xfrm>
            <a:off x="2149895" y="3716564"/>
            <a:ext cx="4705" cy="5197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45FB744A-C508-26FD-217F-B0295BACE897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672436" y="3716474"/>
            <a:ext cx="935" cy="51973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36C079D3-19FC-C4CA-DDFB-8F34DAE68820}"/>
              </a:ext>
            </a:extLst>
          </p:cNvPr>
          <p:cNvCxnSpPr>
            <a:cxnSpLocks/>
          </p:cNvCxnSpPr>
          <p:nvPr/>
        </p:nvCxnSpPr>
        <p:spPr>
          <a:xfrm flipH="1">
            <a:off x="2033653" y="3716974"/>
            <a:ext cx="935" cy="5197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D83D4D9-9CD3-461C-B172-532BC79EF1FC}"/>
              </a:ext>
            </a:extLst>
          </p:cNvPr>
          <p:cNvCxnSpPr>
            <a:cxnSpLocks/>
          </p:cNvCxnSpPr>
          <p:nvPr/>
        </p:nvCxnSpPr>
        <p:spPr>
          <a:xfrm flipH="1">
            <a:off x="793138" y="3718275"/>
            <a:ext cx="935" cy="51973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2495C9BD-4A59-5D70-0109-CF08945391C9}"/>
              </a:ext>
            </a:extLst>
          </p:cNvPr>
          <p:cNvCxnSpPr>
            <a:cxnSpLocks/>
          </p:cNvCxnSpPr>
          <p:nvPr/>
        </p:nvCxnSpPr>
        <p:spPr>
          <a:xfrm flipH="1">
            <a:off x="911108" y="3722491"/>
            <a:ext cx="935" cy="51422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197">
            <a:extLst>
              <a:ext uri="{FF2B5EF4-FFF2-40B4-BE49-F238E27FC236}">
                <a16:creationId xmlns:a16="http://schemas.microsoft.com/office/drawing/2014/main" id="{16A89283-7EEE-ECC5-CF76-B984C99B5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73" y="2990409"/>
            <a:ext cx="163953" cy="617333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3" name="AutoShape 198">
            <a:extLst>
              <a:ext uri="{FF2B5EF4-FFF2-40B4-BE49-F238E27FC236}">
                <a16:creationId xmlns:a16="http://schemas.microsoft.com/office/drawing/2014/main" id="{F84A621E-95DF-7AD5-AB2A-97447147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822" y="3005747"/>
            <a:ext cx="163953" cy="617333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6" name="AutoShape 192">
            <a:extLst>
              <a:ext uri="{FF2B5EF4-FFF2-40B4-BE49-F238E27FC236}">
                <a16:creationId xmlns:a16="http://schemas.microsoft.com/office/drawing/2014/main" id="{089D8360-E8DB-3BD3-894F-5389C2673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603" y="756236"/>
            <a:ext cx="272933" cy="1185331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7" name="AutoShape 193">
            <a:extLst>
              <a:ext uri="{FF2B5EF4-FFF2-40B4-BE49-F238E27FC236}">
                <a16:creationId xmlns:a16="http://schemas.microsoft.com/office/drawing/2014/main" id="{511845C5-520F-AB09-28E5-8AE78BC40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857" y="1694926"/>
            <a:ext cx="272933" cy="1247717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8" name="AutoShape 194">
            <a:extLst>
              <a:ext uri="{FF2B5EF4-FFF2-40B4-BE49-F238E27FC236}">
                <a16:creationId xmlns:a16="http://schemas.microsoft.com/office/drawing/2014/main" id="{0CF56C5F-8FFD-9F7E-8441-18AF6B2BD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852" y="2942231"/>
            <a:ext cx="272931" cy="623858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9" name="AutoShape 191">
            <a:extLst>
              <a:ext uri="{FF2B5EF4-FFF2-40B4-BE49-F238E27FC236}">
                <a16:creationId xmlns:a16="http://schemas.microsoft.com/office/drawing/2014/main" id="{D3D7BB08-858D-85B9-F95B-6B25D69B5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601" y="1941564"/>
            <a:ext cx="272933" cy="7314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50" name="AutoShape 141">
            <a:extLst>
              <a:ext uri="{FF2B5EF4-FFF2-40B4-BE49-F238E27FC236}">
                <a16:creationId xmlns:a16="http://schemas.microsoft.com/office/drawing/2014/main" id="{227DD4B0-EEDC-3880-A578-F98D9CDF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151" y="3002264"/>
            <a:ext cx="231792" cy="61733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51" name="AutoShape 178">
            <a:extLst>
              <a:ext uri="{FF2B5EF4-FFF2-40B4-BE49-F238E27FC236}">
                <a16:creationId xmlns:a16="http://schemas.microsoft.com/office/drawing/2014/main" id="{981FF096-89EB-0D83-31E3-BD476BC12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097" y="824844"/>
            <a:ext cx="2000206" cy="932968"/>
          </a:xfrm>
          <a:prstGeom prst="roundRect">
            <a:avLst>
              <a:gd name="adj" fmla="val 505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pPr algn="ctr">
              <a:lnSpc>
                <a:spcPct val="150000"/>
              </a:lnSpc>
              <a:spcAft>
                <a:spcPts val="1016"/>
              </a:spcAft>
            </a:pPr>
            <a:r>
              <a:rPr lang="fr-FR" sz="2032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Electromagnetic</a:t>
            </a:r>
            <a:r>
              <a:rPr lang="fr-FR" sz="2032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032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Brake</a:t>
            </a:r>
            <a:endParaRPr lang="fr-FR" sz="2032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0E450EFD-A566-10F6-C02F-DC925E3CB71B}"/>
              </a:ext>
            </a:extLst>
          </p:cNvPr>
          <p:cNvSpPr>
            <a:spLocks/>
          </p:cNvSpPr>
          <p:nvPr/>
        </p:nvSpPr>
        <p:spPr>
          <a:xfrm>
            <a:off x="230683" y="4230641"/>
            <a:ext cx="1130748" cy="935788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32" dirty="0">
                <a:latin typeface="+mj-lt"/>
              </a:rPr>
              <a:t>Voltage </a:t>
            </a:r>
            <a:r>
              <a:rPr lang="fr-FR" sz="2032" dirty="0" err="1">
                <a:latin typeface="+mj-lt"/>
              </a:rPr>
              <a:t>sensors</a:t>
            </a:r>
            <a:endParaRPr lang="fr-FR" sz="2032" dirty="0">
              <a:latin typeface="+mj-lt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15CE759A-D645-AE3D-75F3-929E70264F2A}"/>
              </a:ext>
            </a:extLst>
          </p:cNvPr>
          <p:cNvSpPr>
            <a:spLocks/>
          </p:cNvSpPr>
          <p:nvPr/>
        </p:nvSpPr>
        <p:spPr>
          <a:xfrm>
            <a:off x="1592850" y="4230641"/>
            <a:ext cx="1128234" cy="935788"/>
          </a:xfrm>
          <a:prstGeom prst="roundRect">
            <a:avLst>
              <a:gd name="adj" fmla="val 3410"/>
            </a:avLst>
          </a:prstGeom>
          <a:noFill/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32" dirty="0" err="1">
                <a:latin typeface="+mj-lt"/>
              </a:rPr>
              <a:t>Current</a:t>
            </a:r>
            <a:r>
              <a:rPr lang="fr-FR" sz="2032" dirty="0">
                <a:latin typeface="+mj-lt"/>
              </a:rPr>
              <a:t> </a:t>
            </a:r>
            <a:r>
              <a:rPr lang="fr-FR" sz="2032" dirty="0" err="1">
                <a:latin typeface="+mj-lt"/>
              </a:rPr>
              <a:t>sensors</a:t>
            </a:r>
            <a:endParaRPr lang="fr-FR" sz="2032" dirty="0">
              <a:latin typeface="+mj-lt"/>
            </a:endParaRPr>
          </a:p>
        </p:txBody>
      </p:sp>
      <p:cxnSp>
        <p:nvCxnSpPr>
          <p:cNvPr id="66" name="Connecteur en angle 65">
            <a:extLst>
              <a:ext uri="{FF2B5EF4-FFF2-40B4-BE49-F238E27FC236}">
                <a16:creationId xmlns:a16="http://schemas.microsoft.com/office/drawing/2014/main" id="{699F9F23-747C-E28B-9837-97CDA48868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37446" y="2666309"/>
            <a:ext cx="3070" cy="5005825"/>
          </a:xfrm>
          <a:prstGeom prst="bentConnector3">
            <a:avLst>
              <a:gd name="adj1" fmla="val 18157393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7" name="Connecteur en angle 66">
            <a:extLst>
              <a:ext uri="{FF2B5EF4-FFF2-40B4-BE49-F238E27FC236}">
                <a16:creationId xmlns:a16="http://schemas.microsoft.com/office/drawing/2014/main" id="{2DF80270-2F6D-00D1-3773-656338DA7AB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40447" y="2783837"/>
            <a:ext cx="2862" cy="4769728"/>
          </a:xfrm>
          <a:prstGeom prst="bentConnector5">
            <a:avLst>
              <a:gd name="adj1" fmla="val 16912833"/>
              <a:gd name="adj2" fmla="val 99948"/>
              <a:gd name="adj3" fmla="val 13937772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8" name="Connecteur en angle 67">
            <a:extLst>
              <a:ext uri="{FF2B5EF4-FFF2-40B4-BE49-F238E27FC236}">
                <a16:creationId xmlns:a16="http://schemas.microsoft.com/office/drawing/2014/main" id="{81E0B54F-499C-58C6-DA20-DA7A520933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36446" y="2901193"/>
            <a:ext cx="5072" cy="4533633"/>
          </a:xfrm>
          <a:prstGeom prst="bentConnector3">
            <a:avLst>
              <a:gd name="adj1" fmla="val 7886197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9" name="Connecteur en angle 68">
            <a:extLst>
              <a:ext uri="{FF2B5EF4-FFF2-40B4-BE49-F238E27FC236}">
                <a16:creationId xmlns:a16="http://schemas.microsoft.com/office/drawing/2014/main" id="{77B8E921-9A0E-1461-8C79-FC4D805F42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16743" y="4086390"/>
            <a:ext cx="650" cy="2166841"/>
          </a:xfrm>
          <a:prstGeom prst="bentConnector3">
            <a:avLst>
              <a:gd name="adj1" fmla="val 481738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en angle 69">
            <a:extLst>
              <a:ext uri="{FF2B5EF4-FFF2-40B4-BE49-F238E27FC236}">
                <a16:creationId xmlns:a16="http://schemas.microsoft.com/office/drawing/2014/main" id="{AE972058-CFE0-89B0-17AE-769E55DEEF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18542" y="4205127"/>
            <a:ext cx="2861" cy="1930744"/>
          </a:xfrm>
          <a:prstGeom prst="bentConnector3">
            <a:avLst>
              <a:gd name="adj1" fmla="val 832695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en angle 70">
            <a:extLst>
              <a:ext uri="{FF2B5EF4-FFF2-40B4-BE49-F238E27FC236}">
                <a16:creationId xmlns:a16="http://schemas.microsoft.com/office/drawing/2014/main" id="{B220C9C6-7086-C81F-6347-94658B1621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14531" y="4322486"/>
            <a:ext cx="5072" cy="1694649"/>
          </a:xfrm>
          <a:prstGeom prst="bentConnector3">
            <a:avLst>
              <a:gd name="adj1" fmla="val 322186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45143323-D2C4-96A8-35D6-B4F47F17C784}"/>
              </a:ext>
            </a:extLst>
          </p:cNvPr>
          <p:cNvSpPr/>
          <p:nvPr/>
        </p:nvSpPr>
        <p:spPr>
          <a:xfrm>
            <a:off x="6779770" y="2832990"/>
            <a:ext cx="2000194" cy="939326"/>
          </a:xfrm>
          <a:prstGeom prst="roundRect">
            <a:avLst>
              <a:gd name="adj" fmla="val 3171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32" dirty="0">
                <a:solidFill>
                  <a:schemeClr val="tx1"/>
                </a:solidFill>
                <a:latin typeface="+mj-lt"/>
              </a:rPr>
              <a:t>Direct </a:t>
            </a:r>
            <a:r>
              <a:rPr lang="fr-FR" sz="2032" dirty="0" err="1">
                <a:solidFill>
                  <a:schemeClr val="tx1"/>
                </a:solidFill>
                <a:latin typeface="+mj-lt"/>
              </a:rPr>
              <a:t>current</a:t>
            </a:r>
            <a:r>
              <a:rPr lang="fr-FR" sz="2032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2032" dirty="0" err="1">
                <a:solidFill>
                  <a:schemeClr val="tx1"/>
                </a:solidFill>
                <a:latin typeface="+mj-lt"/>
              </a:rPr>
              <a:t>supply</a:t>
            </a:r>
            <a:endParaRPr lang="fr-FR" sz="2032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FA8A3C19-6EDE-2EBF-145F-B86D00AD0033}"/>
              </a:ext>
            </a:extLst>
          </p:cNvPr>
          <p:cNvCxnSpPr>
            <a:cxnSpLocks/>
          </p:cNvCxnSpPr>
          <p:nvPr/>
        </p:nvCxnSpPr>
        <p:spPr>
          <a:xfrm>
            <a:off x="8394398" y="1757812"/>
            <a:ext cx="0" cy="10605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49C9A39A-E346-AE65-4D67-C5B12AFDE5CC}"/>
              </a:ext>
            </a:extLst>
          </p:cNvPr>
          <p:cNvCxnSpPr>
            <a:cxnSpLocks/>
          </p:cNvCxnSpPr>
          <p:nvPr/>
        </p:nvCxnSpPr>
        <p:spPr>
          <a:xfrm>
            <a:off x="1263616" y="1140932"/>
            <a:ext cx="0" cy="3743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98A7E475-3515-9D63-31A5-7A640CC0F637}"/>
              </a:ext>
            </a:extLst>
          </p:cNvPr>
          <p:cNvCxnSpPr>
            <a:cxnSpLocks/>
          </p:cNvCxnSpPr>
          <p:nvPr/>
        </p:nvCxnSpPr>
        <p:spPr>
          <a:xfrm>
            <a:off x="1696163" y="1142074"/>
            <a:ext cx="0" cy="3743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5339E7CA-CAA7-6A0A-1CE8-042260E266BF}"/>
              </a:ext>
            </a:extLst>
          </p:cNvPr>
          <p:cNvCxnSpPr>
            <a:cxnSpLocks/>
          </p:cNvCxnSpPr>
          <p:nvPr/>
        </p:nvCxnSpPr>
        <p:spPr>
          <a:xfrm>
            <a:off x="1476741" y="1138162"/>
            <a:ext cx="0" cy="3743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C29BB18-1971-F376-3AFF-765045C86A1B}"/>
              </a:ext>
            </a:extLst>
          </p:cNvPr>
          <p:cNvSpPr/>
          <p:nvPr/>
        </p:nvSpPr>
        <p:spPr>
          <a:xfrm>
            <a:off x="752495" y="357858"/>
            <a:ext cx="1446136" cy="283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50 Hz, 400 V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CDF453E-3D64-0971-95CE-3FEC6C21B04F}"/>
              </a:ext>
            </a:extLst>
          </p:cNvPr>
          <p:cNvSpPr/>
          <p:nvPr/>
        </p:nvSpPr>
        <p:spPr>
          <a:xfrm>
            <a:off x="1788515" y="2176194"/>
            <a:ext cx="863088" cy="283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 err="1">
                <a:solidFill>
                  <a:schemeClr val="tx1"/>
                </a:solidFill>
                <a:latin typeface="+mj-lt"/>
              </a:rPr>
              <a:t>Coupling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6639F17-EAFB-574E-0D1F-251FEB831913}"/>
              </a:ext>
            </a:extLst>
          </p:cNvPr>
          <p:cNvSpPr/>
          <p:nvPr/>
        </p:nvSpPr>
        <p:spPr>
          <a:xfrm>
            <a:off x="1812146" y="1182935"/>
            <a:ext cx="1288044" cy="277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 err="1">
                <a:solidFill>
                  <a:schemeClr val="tx1"/>
                </a:solidFill>
                <a:latin typeface="+mj-lt"/>
              </a:rPr>
              <a:t>Accelerometer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55F9A3DD-340A-277E-7456-070D8DA5CC2D}"/>
              </a:ext>
            </a:extLst>
          </p:cNvPr>
          <p:cNvCxnSpPr>
            <a:cxnSpLocks/>
            <a:stCxn id="120" idx="2"/>
            <a:endCxn id="14" idx="0"/>
          </p:cNvCxnSpPr>
          <p:nvPr/>
        </p:nvCxnSpPr>
        <p:spPr>
          <a:xfrm>
            <a:off x="2456174" y="1460923"/>
            <a:ext cx="591771" cy="662017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B6E4EAC8-BE1A-0009-E771-FEFBEFFA1C76}"/>
              </a:ext>
            </a:extLst>
          </p:cNvPr>
          <p:cNvCxnSpPr>
            <a:cxnSpLocks/>
            <a:stCxn id="119" idx="2"/>
            <a:endCxn id="50" idx="0"/>
          </p:cNvCxnSpPr>
          <p:nvPr/>
        </p:nvCxnSpPr>
        <p:spPr>
          <a:xfrm>
            <a:off x="2220064" y="2459590"/>
            <a:ext cx="477989" cy="542668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5C7325D-DF2D-3D40-6459-0ADAA1FA1AB4}"/>
              </a:ext>
            </a:extLst>
          </p:cNvPr>
          <p:cNvSpPr/>
          <p:nvPr/>
        </p:nvSpPr>
        <p:spPr>
          <a:xfrm>
            <a:off x="2760285" y="187074"/>
            <a:ext cx="858588" cy="283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 err="1">
                <a:solidFill>
                  <a:schemeClr val="tx1"/>
                </a:solidFill>
                <a:latin typeface="+mj-lt"/>
              </a:rPr>
              <a:t>Bearings</a:t>
            </a:r>
            <a:r>
              <a:rPr lang="fr-FR" sz="1397" dirty="0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64AF355F-6F0C-3EFE-F46E-D92C1CFDBDDA}"/>
              </a:ext>
            </a:extLst>
          </p:cNvPr>
          <p:cNvCxnSpPr>
            <a:cxnSpLocks/>
            <a:stCxn id="129" idx="2"/>
            <a:endCxn id="43" idx="0"/>
          </p:cNvCxnSpPr>
          <p:nvPr/>
        </p:nvCxnSpPr>
        <p:spPr>
          <a:xfrm>
            <a:off x="3189585" y="470476"/>
            <a:ext cx="213" cy="253527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B46E89D-676F-3917-07E8-F5EF5B0544E2}"/>
              </a:ext>
            </a:extLst>
          </p:cNvPr>
          <p:cNvSpPr/>
          <p:nvPr/>
        </p:nvSpPr>
        <p:spPr>
          <a:xfrm>
            <a:off x="3539281" y="187074"/>
            <a:ext cx="647262" cy="283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 err="1">
                <a:solidFill>
                  <a:schemeClr val="tx1"/>
                </a:solidFill>
                <a:latin typeface="+mj-lt"/>
              </a:rPr>
              <a:t>Gears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9BB0FF81-DB48-0C0B-4F62-237B0C57607B}"/>
              </a:ext>
            </a:extLst>
          </p:cNvPr>
          <p:cNvCxnSpPr>
            <a:cxnSpLocks/>
            <a:stCxn id="135" idx="2"/>
            <a:endCxn id="46" idx="2"/>
          </p:cNvCxnSpPr>
          <p:nvPr/>
        </p:nvCxnSpPr>
        <p:spPr>
          <a:xfrm>
            <a:off x="3862918" y="470476"/>
            <a:ext cx="2151" cy="147109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B87228F-DA4A-34D7-CFD2-1E50256EEC19}"/>
              </a:ext>
            </a:extLst>
          </p:cNvPr>
          <p:cNvSpPr/>
          <p:nvPr/>
        </p:nvSpPr>
        <p:spPr>
          <a:xfrm>
            <a:off x="4007334" y="17209"/>
            <a:ext cx="734030" cy="451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Input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shaft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31194B4-2E9F-CF53-EADB-9E4E53A480F6}"/>
              </a:ext>
            </a:extLst>
          </p:cNvPr>
          <p:cNvSpPr/>
          <p:nvPr/>
        </p:nvSpPr>
        <p:spPr>
          <a:xfrm>
            <a:off x="5697652" y="20960"/>
            <a:ext cx="777242" cy="451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Output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shaft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EF79DAA-ACC1-E969-A239-34A767452386}"/>
              </a:ext>
            </a:extLst>
          </p:cNvPr>
          <p:cNvSpPr/>
          <p:nvPr/>
        </p:nvSpPr>
        <p:spPr>
          <a:xfrm>
            <a:off x="4569973" y="26635"/>
            <a:ext cx="1223911" cy="451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 err="1">
                <a:solidFill>
                  <a:schemeClr val="tx1"/>
                </a:solidFill>
                <a:latin typeface="+mj-lt"/>
              </a:rPr>
              <a:t>Intermediate</a:t>
            </a:r>
            <a:r>
              <a:rPr lang="fr-FR" sz="1397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shaft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0" name="Connecteur droit avec flèche 149">
            <a:extLst>
              <a:ext uri="{FF2B5EF4-FFF2-40B4-BE49-F238E27FC236}">
                <a16:creationId xmlns:a16="http://schemas.microsoft.com/office/drawing/2014/main" id="{CE081AF1-1DAC-80D1-2E91-E26D11643897}"/>
              </a:ext>
            </a:extLst>
          </p:cNvPr>
          <p:cNvCxnSpPr>
            <a:cxnSpLocks/>
            <a:stCxn id="147" idx="2"/>
          </p:cNvCxnSpPr>
          <p:nvPr/>
        </p:nvCxnSpPr>
        <p:spPr>
          <a:xfrm>
            <a:off x="4374349" y="469045"/>
            <a:ext cx="0" cy="2779403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Connecteur droit avec flèche 152">
            <a:extLst>
              <a:ext uri="{FF2B5EF4-FFF2-40B4-BE49-F238E27FC236}">
                <a16:creationId xmlns:a16="http://schemas.microsoft.com/office/drawing/2014/main" id="{BE6CE118-3FD7-8606-F3ED-1A24AF14AEEC}"/>
              </a:ext>
            </a:extLst>
          </p:cNvPr>
          <p:cNvCxnSpPr>
            <a:cxnSpLocks/>
            <a:stCxn id="149" idx="2"/>
          </p:cNvCxnSpPr>
          <p:nvPr/>
        </p:nvCxnSpPr>
        <p:spPr>
          <a:xfrm>
            <a:off x="5181923" y="478465"/>
            <a:ext cx="0" cy="1783176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4DD00B13-1869-134F-6C48-69114B6EAE39}"/>
              </a:ext>
            </a:extLst>
          </p:cNvPr>
          <p:cNvCxnSpPr>
            <a:cxnSpLocks/>
            <a:stCxn id="148" idx="2"/>
          </p:cNvCxnSpPr>
          <p:nvPr/>
        </p:nvCxnSpPr>
        <p:spPr>
          <a:xfrm>
            <a:off x="6086273" y="472791"/>
            <a:ext cx="0" cy="776072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6D13DB3-302E-A159-0E2B-44B632711C79}"/>
              </a:ext>
            </a:extLst>
          </p:cNvPr>
          <p:cNvSpPr/>
          <p:nvPr/>
        </p:nvSpPr>
        <p:spPr>
          <a:xfrm>
            <a:off x="3271755" y="3670418"/>
            <a:ext cx="2729022" cy="283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 err="1">
                <a:solidFill>
                  <a:schemeClr val="tx1"/>
                </a:solidFill>
                <a:latin typeface="+mj-lt"/>
              </a:rPr>
              <a:t>Bearing</a:t>
            </a:r>
            <a:r>
              <a:rPr lang="fr-FR" sz="1397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gear</a:t>
            </a:r>
            <a:r>
              <a:rPr lang="fr-FR" sz="1397" dirty="0">
                <a:solidFill>
                  <a:schemeClr val="tx1"/>
                </a:solidFill>
                <a:latin typeface="+mj-lt"/>
              </a:rPr>
              <a:t> of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experiments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99C20C37-962F-9213-3853-9E19134BC1E9}"/>
              </a:ext>
            </a:extLst>
          </p:cNvPr>
          <p:cNvCxnSpPr>
            <a:cxnSpLocks/>
            <a:stCxn id="164" idx="0"/>
          </p:cNvCxnSpPr>
          <p:nvPr/>
        </p:nvCxnSpPr>
        <p:spPr>
          <a:xfrm flipH="1" flipV="1">
            <a:off x="3551683" y="2674784"/>
            <a:ext cx="1084589" cy="995634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093BA63B-7931-2C16-6863-9645909EDC25}"/>
              </a:ext>
            </a:extLst>
          </p:cNvPr>
          <p:cNvSpPr/>
          <p:nvPr/>
        </p:nvSpPr>
        <p:spPr>
          <a:xfrm>
            <a:off x="5621088" y="1366415"/>
            <a:ext cx="690750" cy="228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9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balls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C523F3D-5056-C61F-BCFF-6C479BE6EFBF}"/>
              </a:ext>
            </a:extLst>
          </p:cNvPr>
          <p:cNvSpPr/>
          <p:nvPr/>
        </p:nvSpPr>
        <p:spPr>
          <a:xfrm>
            <a:off x="4768321" y="2684875"/>
            <a:ext cx="942265" cy="228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100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934FBAA-5070-74B6-9D7C-D792E1ED0C4A}"/>
              </a:ext>
            </a:extLst>
          </p:cNvPr>
          <p:cNvSpPr/>
          <p:nvPr/>
        </p:nvSpPr>
        <p:spPr>
          <a:xfrm>
            <a:off x="4035838" y="2448129"/>
            <a:ext cx="859203" cy="228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36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537BEE6-A8AD-9974-4F78-8FF1005712CF}"/>
              </a:ext>
            </a:extLst>
          </p:cNvPr>
          <p:cNvSpPr/>
          <p:nvPr/>
        </p:nvSpPr>
        <p:spPr>
          <a:xfrm>
            <a:off x="4866012" y="3346164"/>
            <a:ext cx="846973" cy="226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29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F1AD62B-57DA-839C-6EAB-43FBAA00857A}"/>
              </a:ext>
            </a:extLst>
          </p:cNvPr>
          <p:cNvSpPr/>
          <p:nvPr/>
        </p:nvSpPr>
        <p:spPr>
          <a:xfrm>
            <a:off x="4039738" y="1736654"/>
            <a:ext cx="859203" cy="228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97" dirty="0">
                <a:solidFill>
                  <a:schemeClr val="tx1"/>
                </a:solidFill>
                <a:latin typeface="+mj-lt"/>
              </a:rPr>
              <a:t>90 </a:t>
            </a:r>
            <a:r>
              <a:rPr lang="fr-FR" sz="1397" dirty="0" err="1">
                <a:solidFill>
                  <a:schemeClr val="tx1"/>
                </a:solidFill>
                <a:latin typeface="+mj-lt"/>
              </a:rPr>
              <a:t>teeth</a:t>
            </a:r>
            <a:endParaRPr lang="fr-FR" sz="1397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AutoShape 195">
            <a:extLst>
              <a:ext uri="{FF2B5EF4-FFF2-40B4-BE49-F238E27FC236}">
                <a16:creationId xmlns:a16="http://schemas.microsoft.com/office/drawing/2014/main" id="{11FFF1FD-DE9A-E1A4-5A5A-53A8989C3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808" y="974466"/>
            <a:ext cx="163953" cy="617333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1" name="AutoShape 196">
            <a:extLst>
              <a:ext uri="{FF2B5EF4-FFF2-40B4-BE49-F238E27FC236}">
                <a16:creationId xmlns:a16="http://schemas.microsoft.com/office/drawing/2014/main" id="{F566EEEA-AF42-05C7-9F8C-548C7283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808" y="1997209"/>
            <a:ext cx="163953" cy="617333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186" name="Rectangle : coins arrondis 185">
            <a:extLst>
              <a:ext uri="{FF2B5EF4-FFF2-40B4-BE49-F238E27FC236}">
                <a16:creationId xmlns:a16="http://schemas.microsoft.com/office/drawing/2014/main" id="{93099164-82B6-9853-0D5F-047B3047ED34}"/>
              </a:ext>
            </a:extLst>
          </p:cNvPr>
          <p:cNvSpPr/>
          <p:nvPr/>
        </p:nvSpPr>
        <p:spPr>
          <a:xfrm>
            <a:off x="3093611" y="1947364"/>
            <a:ext cx="916130" cy="727420"/>
          </a:xfrm>
          <a:prstGeom prst="roundRect">
            <a:avLst>
              <a:gd name="adj" fmla="val 5612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286"/>
          </a:p>
        </p:txBody>
      </p:sp>
      <p:cxnSp>
        <p:nvCxnSpPr>
          <p:cNvPr id="188" name="Connecteur en angle 187">
            <a:extLst>
              <a:ext uri="{FF2B5EF4-FFF2-40B4-BE49-F238E27FC236}">
                <a16:creationId xmlns:a16="http://schemas.microsoft.com/office/drawing/2014/main" id="{FCC87911-A213-26D7-C7F0-D8CF6CAB4EF6}"/>
              </a:ext>
            </a:extLst>
          </p:cNvPr>
          <p:cNvCxnSpPr>
            <a:cxnSpLocks/>
            <a:stCxn id="129" idx="2"/>
            <a:endCxn id="42" idx="0"/>
          </p:cNvCxnSpPr>
          <p:nvPr/>
        </p:nvCxnSpPr>
        <p:spPr>
          <a:xfrm rot="16200000" flipH="1">
            <a:off x="3531852" y="128207"/>
            <a:ext cx="2519933" cy="3204465"/>
          </a:xfrm>
          <a:prstGeom prst="bentConnector3">
            <a:avLst>
              <a:gd name="adj1" fmla="val 3157"/>
            </a:avLst>
          </a:prstGeom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AutoShape 199">
            <a:extLst>
              <a:ext uri="{FF2B5EF4-FFF2-40B4-BE49-F238E27FC236}">
                <a16:creationId xmlns:a16="http://schemas.microsoft.com/office/drawing/2014/main" id="{ED3B5DBF-7163-F520-E493-309DDD977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948" y="973094"/>
            <a:ext cx="163953" cy="617333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  <p:sp>
        <p:nvSpPr>
          <p:cNvPr id="45" name="AutoShape 200">
            <a:extLst>
              <a:ext uri="{FF2B5EF4-FFF2-40B4-BE49-F238E27FC236}">
                <a16:creationId xmlns:a16="http://schemas.microsoft.com/office/drawing/2014/main" id="{46697A60-DD92-4BF6-D9F8-67BFC2E59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948" y="1983893"/>
            <a:ext cx="163953" cy="617333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 w="31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116114" tIns="58057" rIns="116114" bIns="58057" anchor="t" anchorCtr="0" upright="1">
            <a:noAutofit/>
          </a:bodyPr>
          <a:lstStyle/>
          <a:p>
            <a:endParaRPr lang="fr-FR" sz="127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01002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</TotalTime>
  <Words>51</Words>
  <Application>Microsoft Macintosh PowerPoint</Application>
  <PresentationFormat>Personnalisé</PresentationFormat>
  <Paragraphs>22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Moncef SOUALHI</dc:creator>
  <cp:lastModifiedBy>Moncef SOUALHI</cp:lastModifiedBy>
  <cp:revision>2</cp:revision>
  <dcterms:created xsi:type="dcterms:W3CDTF">2023-02-22T12:58:08Z</dcterms:created>
  <dcterms:modified xsi:type="dcterms:W3CDTF">2023-03-01T15:51:20Z</dcterms:modified>
</cp:coreProperties>
</file>