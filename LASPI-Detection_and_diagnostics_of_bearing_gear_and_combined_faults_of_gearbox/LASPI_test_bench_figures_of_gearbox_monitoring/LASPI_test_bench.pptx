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7" r:id="rId2"/>
  </p:sldIdLst>
  <p:sldSz cx="12192000" cy="4859338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58" autoAdjust="0"/>
    <p:restoredTop sz="94641"/>
  </p:normalViewPr>
  <p:slideViewPr>
    <p:cSldViewPr snapToGrid="0">
      <p:cViewPr varScale="1">
        <p:scale>
          <a:sx n="303" d="100"/>
          <a:sy n="303" d="100"/>
        </p:scale>
        <p:origin x="96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795267"/>
            <a:ext cx="9144000" cy="1691770"/>
          </a:xfrm>
        </p:spPr>
        <p:txBody>
          <a:bodyPr anchor="b"/>
          <a:lstStyle>
            <a:lvl1pPr algn="ctr">
              <a:defRPr sz="4252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552278"/>
            <a:ext cx="9144000" cy="1173215"/>
          </a:xfrm>
        </p:spPr>
        <p:txBody>
          <a:bodyPr/>
          <a:lstStyle>
            <a:lvl1pPr marL="0" indent="0" algn="ctr">
              <a:buNone/>
              <a:defRPr sz="1701"/>
            </a:lvl1pPr>
            <a:lvl2pPr marL="323972" indent="0" algn="ctr">
              <a:buNone/>
              <a:defRPr sz="1417"/>
            </a:lvl2pPr>
            <a:lvl3pPr marL="647944" indent="0" algn="ctr">
              <a:buNone/>
              <a:defRPr sz="1275"/>
            </a:lvl3pPr>
            <a:lvl4pPr marL="971916" indent="0" algn="ctr">
              <a:buNone/>
              <a:defRPr sz="1134"/>
            </a:lvl4pPr>
            <a:lvl5pPr marL="1295888" indent="0" algn="ctr">
              <a:buNone/>
              <a:defRPr sz="1134"/>
            </a:lvl5pPr>
            <a:lvl6pPr marL="1619860" indent="0" algn="ctr">
              <a:buNone/>
              <a:defRPr sz="1134"/>
            </a:lvl6pPr>
            <a:lvl7pPr marL="1943832" indent="0" algn="ctr">
              <a:buNone/>
              <a:defRPr sz="1134"/>
            </a:lvl7pPr>
            <a:lvl8pPr marL="2267803" indent="0" algn="ctr">
              <a:buNone/>
              <a:defRPr sz="1134"/>
            </a:lvl8pPr>
            <a:lvl9pPr marL="2591775" indent="0" algn="ctr">
              <a:buNone/>
              <a:defRPr sz="1134"/>
            </a:lvl9pPr>
          </a:lstStyle>
          <a:p>
            <a:r>
              <a:rPr lang="fr-FR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AD41F-9F01-4C49-B5E4-00C0206442B3}" type="datetimeFigureOut">
              <a:rPr lang="en-US" smtClean="0"/>
              <a:t>2/20/23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8C9FD-9537-49FD-B81B-CF3F1CAF152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818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AD41F-9F01-4C49-B5E4-00C0206442B3}" type="datetimeFigureOut">
              <a:rPr lang="en-US" smtClean="0"/>
              <a:t>2/20/23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8C9FD-9537-49FD-B81B-CF3F1CAF152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887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211461"/>
            <a:ext cx="10515600" cy="2021349"/>
          </a:xfrm>
        </p:spPr>
        <p:txBody>
          <a:bodyPr anchor="b"/>
          <a:lstStyle>
            <a:lvl1pPr>
              <a:defRPr sz="4252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251933"/>
            <a:ext cx="10515600" cy="1062980"/>
          </a:xfrm>
        </p:spPr>
        <p:txBody>
          <a:bodyPr/>
          <a:lstStyle>
            <a:lvl1pPr marL="0" indent="0">
              <a:buNone/>
              <a:defRPr sz="1701">
                <a:solidFill>
                  <a:schemeClr val="tx1">
                    <a:tint val="75000"/>
                  </a:schemeClr>
                </a:solidFill>
              </a:defRPr>
            </a:lvl1pPr>
            <a:lvl2pPr marL="323972" indent="0">
              <a:buNone/>
              <a:defRPr sz="1417">
                <a:solidFill>
                  <a:schemeClr val="tx1">
                    <a:tint val="75000"/>
                  </a:schemeClr>
                </a:solidFill>
              </a:defRPr>
            </a:lvl2pPr>
            <a:lvl3pPr marL="647944" indent="0">
              <a:buNone/>
              <a:defRPr sz="1275">
                <a:solidFill>
                  <a:schemeClr val="tx1">
                    <a:tint val="75000"/>
                  </a:schemeClr>
                </a:solidFill>
              </a:defRPr>
            </a:lvl3pPr>
            <a:lvl4pPr marL="971916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4pPr>
            <a:lvl5pPr marL="1295888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5pPr>
            <a:lvl6pPr marL="1619860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6pPr>
            <a:lvl7pPr marL="1943832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7pPr>
            <a:lvl8pPr marL="2267803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8pPr>
            <a:lvl9pPr marL="2591775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AD41F-9F01-4C49-B5E4-00C0206442B3}" type="datetimeFigureOut">
              <a:rPr lang="en-US" smtClean="0"/>
              <a:t>2/20/23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8C9FD-9537-49FD-B81B-CF3F1CAF152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973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293574"/>
            <a:ext cx="5181600" cy="3083205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293574"/>
            <a:ext cx="5181600" cy="3083205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AD41F-9F01-4C49-B5E4-00C0206442B3}" type="datetimeFigureOut">
              <a:rPr lang="en-US" smtClean="0"/>
              <a:t>2/20/23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8C9FD-9537-49FD-B81B-CF3F1CAF152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363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58715"/>
            <a:ext cx="10515600" cy="93924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191213"/>
            <a:ext cx="5157787" cy="583795"/>
          </a:xfrm>
        </p:spPr>
        <p:txBody>
          <a:bodyPr anchor="b"/>
          <a:lstStyle>
            <a:lvl1pPr marL="0" indent="0">
              <a:buNone/>
              <a:defRPr sz="1701" b="1"/>
            </a:lvl1pPr>
            <a:lvl2pPr marL="323972" indent="0">
              <a:buNone/>
              <a:defRPr sz="1417" b="1"/>
            </a:lvl2pPr>
            <a:lvl3pPr marL="647944" indent="0">
              <a:buNone/>
              <a:defRPr sz="1275" b="1"/>
            </a:lvl3pPr>
            <a:lvl4pPr marL="971916" indent="0">
              <a:buNone/>
              <a:defRPr sz="1134" b="1"/>
            </a:lvl4pPr>
            <a:lvl5pPr marL="1295888" indent="0">
              <a:buNone/>
              <a:defRPr sz="1134" b="1"/>
            </a:lvl5pPr>
            <a:lvl6pPr marL="1619860" indent="0">
              <a:buNone/>
              <a:defRPr sz="1134" b="1"/>
            </a:lvl6pPr>
            <a:lvl7pPr marL="1943832" indent="0">
              <a:buNone/>
              <a:defRPr sz="1134" b="1"/>
            </a:lvl7pPr>
            <a:lvl8pPr marL="2267803" indent="0">
              <a:buNone/>
              <a:defRPr sz="1134" b="1"/>
            </a:lvl8pPr>
            <a:lvl9pPr marL="2591775" indent="0">
              <a:buNone/>
              <a:defRPr sz="1134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1775008"/>
            <a:ext cx="5157787" cy="2610770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191213"/>
            <a:ext cx="5183188" cy="583795"/>
          </a:xfrm>
        </p:spPr>
        <p:txBody>
          <a:bodyPr anchor="b"/>
          <a:lstStyle>
            <a:lvl1pPr marL="0" indent="0">
              <a:buNone/>
              <a:defRPr sz="1701" b="1"/>
            </a:lvl1pPr>
            <a:lvl2pPr marL="323972" indent="0">
              <a:buNone/>
              <a:defRPr sz="1417" b="1"/>
            </a:lvl2pPr>
            <a:lvl3pPr marL="647944" indent="0">
              <a:buNone/>
              <a:defRPr sz="1275" b="1"/>
            </a:lvl3pPr>
            <a:lvl4pPr marL="971916" indent="0">
              <a:buNone/>
              <a:defRPr sz="1134" b="1"/>
            </a:lvl4pPr>
            <a:lvl5pPr marL="1295888" indent="0">
              <a:buNone/>
              <a:defRPr sz="1134" b="1"/>
            </a:lvl5pPr>
            <a:lvl6pPr marL="1619860" indent="0">
              <a:buNone/>
              <a:defRPr sz="1134" b="1"/>
            </a:lvl6pPr>
            <a:lvl7pPr marL="1943832" indent="0">
              <a:buNone/>
              <a:defRPr sz="1134" b="1"/>
            </a:lvl7pPr>
            <a:lvl8pPr marL="2267803" indent="0">
              <a:buNone/>
              <a:defRPr sz="1134" b="1"/>
            </a:lvl8pPr>
            <a:lvl9pPr marL="2591775" indent="0">
              <a:buNone/>
              <a:defRPr sz="1134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775008"/>
            <a:ext cx="5183188" cy="2610770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AD41F-9F01-4C49-B5E4-00C0206442B3}" type="datetimeFigureOut">
              <a:rPr lang="en-US" smtClean="0"/>
              <a:t>2/20/23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8C9FD-9537-49FD-B81B-CF3F1CAF152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521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AD41F-9F01-4C49-B5E4-00C0206442B3}" type="datetimeFigureOut">
              <a:rPr lang="en-US" smtClean="0"/>
              <a:t>2/20/23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8C9FD-9537-49FD-B81B-CF3F1CAF152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422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AD41F-9F01-4C49-B5E4-00C0206442B3}" type="datetimeFigureOut">
              <a:rPr lang="en-US" smtClean="0"/>
              <a:t>2/20/23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8C9FD-9537-49FD-B81B-CF3F1CAF152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638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23956"/>
            <a:ext cx="3932237" cy="1133846"/>
          </a:xfrm>
        </p:spPr>
        <p:txBody>
          <a:bodyPr anchor="b"/>
          <a:lstStyle>
            <a:lvl1pPr>
              <a:defRPr sz="2268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699655"/>
            <a:ext cx="6172200" cy="3453280"/>
          </a:xfrm>
        </p:spPr>
        <p:txBody>
          <a:bodyPr/>
          <a:lstStyle>
            <a:lvl1pPr>
              <a:defRPr sz="2268"/>
            </a:lvl1pPr>
            <a:lvl2pPr>
              <a:defRPr sz="1984"/>
            </a:lvl2pPr>
            <a:lvl3pPr>
              <a:defRPr sz="1701"/>
            </a:lvl3pPr>
            <a:lvl4pPr>
              <a:defRPr sz="1417"/>
            </a:lvl4pPr>
            <a:lvl5pPr>
              <a:defRPr sz="1417"/>
            </a:lvl5pPr>
            <a:lvl6pPr>
              <a:defRPr sz="1417"/>
            </a:lvl6pPr>
            <a:lvl7pPr>
              <a:defRPr sz="1417"/>
            </a:lvl7pPr>
            <a:lvl8pPr>
              <a:defRPr sz="1417"/>
            </a:lvl8pPr>
            <a:lvl9pPr>
              <a:defRPr sz="1417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457802"/>
            <a:ext cx="3932237" cy="2700757"/>
          </a:xfrm>
        </p:spPr>
        <p:txBody>
          <a:bodyPr/>
          <a:lstStyle>
            <a:lvl1pPr marL="0" indent="0">
              <a:buNone/>
              <a:defRPr sz="1134"/>
            </a:lvl1pPr>
            <a:lvl2pPr marL="323972" indent="0">
              <a:buNone/>
              <a:defRPr sz="992"/>
            </a:lvl2pPr>
            <a:lvl3pPr marL="647944" indent="0">
              <a:buNone/>
              <a:defRPr sz="850"/>
            </a:lvl3pPr>
            <a:lvl4pPr marL="971916" indent="0">
              <a:buNone/>
              <a:defRPr sz="709"/>
            </a:lvl4pPr>
            <a:lvl5pPr marL="1295888" indent="0">
              <a:buNone/>
              <a:defRPr sz="709"/>
            </a:lvl5pPr>
            <a:lvl6pPr marL="1619860" indent="0">
              <a:buNone/>
              <a:defRPr sz="709"/>
            </a:lvl6pPr>
            <a:lvl7pPr marL="1943832" indent="0">
              <a:buNone/>
              <a:defRPr sz="709"/>
            </a:lvl7pPr>
            <a:lvl8pPr marL="2267803" indent="0">
              <a:buNone/>
              <a:defRPr sz="709"/>
            </a:lvl8pPr>
            <a:lvl9pPr marL="2591775" indent="0">
              <a:buNone/>
              <a:defRPr sz="709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AD41F-9F01-4C49-B5E4-00C0206442B3}" type="datetimeFigureOut">
              <a:rPr lang="en-US" smtClean="0"/>
              <a:t>2/20/23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8C9FD-9537-49FD-B81B-CF3F1CAF152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77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23956"/>
            <a:ext cx="3932237" cy="1133846"/>
          </a:xfrm>
        </p:spPr>
        <p:txBody>
          <a:bodyPr anchor="b"/>
          <a:lstStyle>
            <a:lvl1pPr>
              <a:defRPr sz="2268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699655"/>
            <a:ext cx="6172200" cy="3453280"/>
          </a:xfrm>
        </p:spPr>
        <p:txBody>
          <a:bodyPr anchor="t"/>
          <a:lstStyle>
            <a:lvl1pPr marL="0" indent="0">
              <a:buNone/>
              <a:defRPr sz="2268"/>
            </a:lvl1pPr>
            <a:lvl2pPr marL="323972" indent="0">
              <a:buNone/>
              <a:defRPr sz="1984"/>
            </a:lvl2pPr>
            <a:lvl3pPr marL="647944" indent="0">
              <a:buNone/>
              <a:defRPr sz="1701"/>
            </a:lvl3pPr>
            <a:lvl4pPr marL="971916" indent="0">
              <a:buNone/>
              <a:defRPr sz="1417"/>
            </a:lvl4pPr>
            <a:lvl5pPr marL="1295888" indent="0">
              <a:buNone/>
              <a:defRPr sz="1417"/>
            </a:lvl5pPr>
            <a:lvl6pPr marL="1619860" indent="0">
              <a:buNone/>
              <a:defRPr sz="1417"/>
            </a:lvl6pPr>
            <a:lvl7pPr marL="1943832" indent="0">
              <a:buNone/>
              <a:defRPr sz="1417"/>
            </a:lvl7pPr>
            <a:lvl8pPr marL="2267803" indent="0">
              <a:buNone/>
              <a:defRPr sz="1417"/>
            </a:lvl8pPr>
            <a:lvl9pPr marL="2591775" indent="0">
              <a:buNone/>
              <a:defRPr sz="1417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457802"/>
            <a:ext cx="3932237" cy="2700757"/>
          </a:xfrm>
        </p:spPr>
        <p:txBody>
          <a:bodyPr/>
          <a:lstStyle>
            <a:lvl1pPr marL="0" indent="0">
              <a:buNone/>
              <a:defRPr sz="1134"/>
            </a:lvl1pPr>
            <a:lvl2pPr marL="323972" indent="0">
              <a:buNone/>
              <a:defRPr sz="992"/>
            </a:lvl2pPr>
            <a:lvl3pPr marL="647944" indent="0">
              <a:buNone/>
              <a:defRPr sz="850"/>
            </a:lvl3pPr>
            <a:lvl4pPr marL="971916" indent="0">
              <a:buNone/>
              <a:defRPr sz="709"/>
            </a:lvl4pPr>
            <a:lvl5pPr marL="1295888" indent="0">
              <a:buNone/>
              <a:defRPr sz="709"/>
            </a:lvl5pPr>
            <a:lvl6pPr marL="1619860" indent="0">
              <a:buNone/>
              <a:defRPr sz="709"/>
            </a:lvl6pPr>
            <a:lvl7pPr marL="1943832" indent="0">
              <a:buNone/>
              <a:defRPr sz="709"/>
            </a:lvl7pPr>
            <a:lvl8pPr marL="2267803" indent="0">
              <a:buNone/>
              <a:defRPr sz="709"/>
            </a:lvl8pPr>
            <a:lvl9pPr marL="2591775" indent="0">
              <a:buNone/>
              <a:defRPr sz="709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AD41F-9F01-4C49-B5E4-00C0206442B3}" type="datetimeFigureOut">
              <a:rPr lang="en-US" smtClean="0"/>
              <a:t>2/20/23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8C9FD-9537-49FD-B81B-CF3F1CAF152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32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AD41F-9F01-4C49-B5E4-00C0206442B3}" type="datetimeFigureOut">
              <a:rPr lang="en-US" smtClean="0"/>
              <a:t>2/20/23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8C9FD-9537-49FD-B81B-CF3F1CAF152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985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258715"/>
            <a:ext cx="2628900" cy="4118064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258715"/>
            <a:ext cx="7734300" cy="4118064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AD41F-9F01-4C49-B5E4-00C0206442B3}" type="datetimeFigureOut">
              <a:rPr lang="en-US" smtClean="0"/>
              <a:t>2/20/23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8C9FD-9537-49FD-B81B-CF3F1CAF152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166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258715"/>
            <a:ext cx="10515600" cy="9392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293574"/>
            <a:ext cx="10515600" cy="30832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4503887"/>
            <a:ext cx="2743200" cy="2587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BAD41F-9F01-4C49-B5E4-00C0206442B3}" type="datetimeFigureOut">
              <a:rPr lang="en-US" smtClean="0"/>
              <a:t>2/20/23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4503887"/>
            <a:ext cx="4114800" cy="2587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4503887"/>
            <a:ext cx="2743200" cy="2587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E8C9FD-9537-49FD-B81B-CF3F1CAF152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349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47944" rtl="0" eaLnBrk="1" latinLnBrk="0" hangingPunct="1">
        <a:lnSpc>
          <a:spcPct val="90000"/>
        </a:lnSpc>
        <a:spcBef>
          <a:spcPct val="0"/>
        </a:spcBef>
        <a:buNone/>
        <a:defRPr sz="311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1986" indent="-161986" algn="l" defTabSz="647944" rtl="0" eaLnBrk="1" latinLnBrk="0" hangingPunct="1">
        <a:lnSpc>
          <a:spcPct val="90000"/>
        </a:lnSpc>
        <a:spcBef>
          <a:spcPts val="709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485958" indent="-161986" algn="l" defTabSz="647944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09930" indent="-161986" algn="l" defTabSz="647944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indent="-161986" algn="l" defTabSz="647944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4pPr>
      <a:lvl5pPr marL="1457874" indent="-161986" algn="l" defTabSz="647944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5pPr>
      <a:lvl6pPr marL="1781846" indent="-161986" algn="l" defTabSz="647944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6pPr>
      <a:lvl7pPr marL="2105817" indent="-161986" algn="l" defTabSz="647944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7pPr>
      <a:lvl8pPr marL="2429789" indent="-161986" algn="l" defTabSz="647944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8pPr>
      <a:lvl9pPr marL="2753761" indent="-161986" algn="l" defTabSz="647944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47944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1pPr>
      <a:lvl2pPr marL="323972" algn="l" defTabSz="647944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2pPr>
      <a:lvl3pPr marL="647944" algn="l" defTabSz="647944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3pPr>
      <a:lvl4pPr marL="971916" algn="l" defTabSz="647944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4pPr>
      <a:lvl5pPr marL="1295888" algn="l" defTabSz="647944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5pPr>
      <a:lvl6pPr marL="1619860" algn="l" defTabSz="647944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6pPr>
      <a:lvl7pPr marL="1943832" algn="l" defTabSz="647944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7pPr>
      <a:lvl8pPr marL="2267803" algn="l" defTabSz="647944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8pPr>
      <a:lvl9pPr marL="2591775" algn="l" defTabSz="647944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microsoft.com/office/2007/relationships/hdphoto" Target="../media/hdphoto5.wdp"/><Relationship Id="rId18" Type="http://schemas.openxmlformats.org/officeDocument/2006/relationships/image" Target="../media/image10.png"/><Relationship Id="rId3" Type="http://schemas.openxmlformats.org/officeDocument/2006/relationships/image" Target="../media/image2.jpeg"/><Relationship Id="rId7" Type="http://schemas.microsoft.com/office/2007/relationships/hdphoto" Target="../media/hdphoto2.wdp"/><Relationship Id="rId12" Type="http://schemas.openxmlformats.org/officeDocument/2006/relationships/image" Target="../media/image7.png"/><Relationship Id="rId17" Type="http://schemas.microsoft.com/office/2007/relationships/hdphoto" Target="../media/hdphoto7.wdp"/><Relationship Id="rId2" Type="http://schemas.openxmlformats.org/officeDocument/2006/relationships/image" Target="../media/image1.jpeg"/><Relationship Id="rId16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microsoft.com/office/2007/relationships/hdphoto" Target="../media/hdphoto4.wdp"/><Relationship Id="rId5" Type="http://schemas.microsoft.com/office/2007/relationships/hdphoto" Target="../media/hdphoto1.wdp"/><Relationship Id="rId15" Type="http://schemas.microsoft.com/office/2007/relationships/hdphoto" Target="../media/hdphoto6.wdp"/><Relationship Id="rId10" Type="http://schemas.openxmlformats.org/officeDocument/2006/relationships/image" Target="../media/image6.png"/><Relationship Id="rId19" Type="http://schemas.openxmlformats.org/officeDocument/2006/relationships/image" Target="../media/image11.png"/><Relationship Id="rId4" Type="http://schemas.openxmlformats.org/officeDocument/2006/relationships/image" Target="../media/image3.png"/><Relationship Id="rId9" Type="http://schemas.microsoft.com/office/2007/relationships/hdphoto" Target="../media/hdphoto3.wdp"/><Relationship Id="rId1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Image 14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8618" y="46494"/>
            <a:ext cx="2466719" cy="1850039"/>
          </a:xfrm>
          <a:prstGeom prst="rect">
            <a:avLst/>
          </a:prstGeom>
        </p:spPr>
      </p:pic>
      <p:pic>
        <p:nvPicPr>
          <p:cNvPr id="150" name="Image 149" descr="C:\Users\MONCEF\Desktop\IMG_20170509_092412.jp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2375"/>
            <a:ext cx="5558174" cy="4337407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Ellipse 150"/>
          <p:cNvSpPr/>
          <p:nvPr/>
        </p:nvSpPr>
        <p:spPr>
          <a:xfrm>
            <a:off x="1804404" y="1667893"/>
            <a:ext cx="236090" cy="275345"/>
          </a:xfrm>
          <a:prstGeom prst="ellipse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6000"/>
              </a:lnSpc>
              <a:spcAft>
                <a:spcPts val="800"/>
              </a:spcAft>
            </a:pPr>
            <a:r>
              <a:rPr lang="en-US" sz="1200" b="1" dirty="0">
                <a:solidFill>
                  <a:srgbClr val="FF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en-US" sz="12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152" name="Image 151"/>
          <p:cNvPicPr>
            <a:picLocks noChangeAspect="1"/>
          </p:cNvPicPr>
          <p:nvPr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3603" t="13693" r="19910" b="15435"/>
          <a:stretch/>
        </p:blipFill>
        <p:spPr>
          <a:xfrm>
            <a:off x="11355117" y="707045"/>
            <a:ext cx="787119" cy="900000"/>
          </a:xfrm>
          <a:prstGeom prst="rect">
            <a:avLst/>
          </a:prstGeom>
        </p:spPr>
      </p:pic>
      <p:pic>
        <p:nvPicPr>
          <p:cNvPr id="153" name="Image 152"/>
          <p:cNvPicPr>
            <a:picLocks noChangeAspect="1"/>
          </p:cNvPicPr>
          <p:nvPr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75818" l="19864" r="715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0995" t="10251" r="29005" b="23682"/>
          <a:stretch/>
        </p:blipFill>
        <p:spPr>
          <a:xfrm>
            <a:off x="10355055" y="715873"/>
            <a:ext cx="908182" cy="900000"/>
          </a:xfrm>
          <a:prstGeom prst="rect">
            <a:avLst/>
          </a:prstGeom>
        </p:spPr>
      </p:pic>
      <p:pic>
        <p:nvPicPr>
          <p:cNvPr id="154" name="Image 153"/>
          <p:cNvPicPr>
            <a:picLocks noChangeAspect="1"/>
          </p:cNvPicPr>
          <p:nvPr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8182" b="83879" l="22273" r="71091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2212" t="17303" r="28869" b="17711"/>
          <a:stretch/>
        </p:blipFill>
        <p:spPr>
          <a:xfrm>
            <a:off x="8934424" y="3405885"/>
            <a:ext cx="903328" cy="900000"/>
          </a:xfrm>
          <a:prstGeom prst="rect">
            <a:avLst/>
          </a:prstGeom>
        </p:spPr>
      </p:pic>
      <p:pic>
        <p:nvPicPr>
          <p:cNvPr id="155" name="Image 154"/>
          <p:cNvPicPr>
            <a:picLocks noChangeAspect="1"/>
          </p:cNvPicPr>
          <p:nvPr/>
        </p:nvPicPr>
        <p:blipFill rotWithShape="1"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0461" t="35315" r="12522" b="23123"/>
          <a:stretch/>
        </p:blipFill>
        <p:spPr>
          <a:xfrm>
            <a:off x="10035357" y="3350273"/>
            <a:ext cx="926012" cy="900000"/>
          </a:xfrm>
          <a:prstGeom prst="rect">
            <a:avLst/>
          </a:prstGeom>
        </p:spPr>
      </p:pic>
      <p:pic>
        <p:nvPicPr>
          <p:cNvPr id="156" name="Image 155"/>
          <p:cNvPicPr>
            <a:picLocks noChangeAspect="1"/>
          </p:cNvPicPr>
          <p:nvPr/>
        </p:nvPicPr>
        <p:blipFill rotWithShape="1">
          <a:blip r:embed="rId12" cstate="print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35719" b="66950" l="28294" r="7574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8539" t="35796" r="24214" b="32973"/>
          <a:stretch/>
        </p:blipFill>
        <p:spPr>
          <a:xfrm flipH="1">
            <a:off x="11131432" y="3405885"/>
            <a:ext cx="1021154" cy="900000"/>
          </a:xfrm>
          <a:prstGeom prst="rect">
            <a:avLst/>
          </a:prstGeom>
        </p:spPr>
      </p:pic>
      <p:pic>
        <p:nvPicPr>
          <p:cNvPr id="157" name="Image 156" descr="C:\Users\MONCEF\Desktop\IMG_0943.JPG"/>
          <p:cNvPicPr/>
          <p:nvPr/>
        </p:nvPicPr>
        <p:blipFill rotWithShape="1">
          <a:blip r:embed="rId14" cstate="print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14706" b="71569" l="0" r="65797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164" t="27337" r="33532" b="27690"/>
          <a:stretch/>
        </p:blipFill>
        <p:spPr bwMode="auto">
          <a:xfrm rot="19598530">
            <a:off x="7875763" y="3441662"/>
            <a:ext cx="796946" cy="82844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58" name="Picture 36" descr="Main Product"/>
          <p:cNvPicPr>
            <a:picLocks noChangeAspect="1" noChangeArrowheads="1"/>
          </p:cNvPicPr>
          <p:nvPr/>
        </p:nvPicPr>
        <p:blipFill rotWithShape="1">
          <a:blip r:embed="rId16" cstate="print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0" b="100000" l="9910" r="8986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765" t="4973" r="11371" b="4157"/>
          <a:stretch/>
        </p:blipFill>
        <p:spPr bwMode="auto">
          <a:xfrm>
            <a:off x="7863266" y="2364895"/>
            <a:ext cx="695488" cy="527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9" name="Picture 2" descr="Image associÃ©e"/>
          <p:cNvPicPr>
            <a:picLocks noChangeAspect="1" noChangeArrowheads="1"/>
          </p:cNvPicPr>
          <p:nvPr/>
        </p:nvPicPr>
        <p:blipFill rotWithShape="1"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459"/>
          <a:stretch/>
        </p:blipFill>
        <p:spPr bwMode="auto">
          <a:xfrm rot="3307275">
            <a:off x="9294974" y="2269397"/>
            <a:ext cx="346611" cy="659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0" name="Rectangle 159"/>
          <p:cNvSpPr/>
          <p:nvPr/>
        </p:nvSpPr>
        <p:spPr>
          <a:xfrm>
            <a:off x="2452020" y="1089673"/>
            <a:ext cx="1281117" cy="1706254"/>
          </a:xfrm>
          <a:prstGeom prst="rect">
            <a:avLst/>
          </a:prstGeom>
          <a:noFill/>
          <a:ln w="28575" cap="flat" cmpd="sng" algn="ctr">
            <a:solidFill>
              <a:srgbClr val="3210FC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cxnSp>
        <p:nvCxnSpPr>
          <p:cNvPr id="161" name="Connecteur en angle 160"/>
          <p:cNvCxnSpPr>
            <a:cxnSpLocks/>
            <a:stCxn id="160" idx="3"/>
            <a:endCxn id="149" idx="1"/>
          </p:cNvCxnSpPr>
          <p:nvPr/>
        </p:nvCxnSpPr>
        <p:spPr>
          <a:xfrm flipV="1">
            <a:off x="3733137" y="971514"/>
            <a:ext cx="3185481" cy="971286"/>
          </a:xfrm>
          <a:prstGeom prst="bentConnector3">
            <a:avLst>
              <a:gd name="adj1" fmla="val 50000"/>
            </a:avLst>
          </a:prstGeom>
          <a:ln w="28575">
            <a:solidFill>
              <a:srgbClr val="3210FC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Rectangle 161"/>
          <p:cNvSpPr/>
          <p:nvPr/>
        </p:nvSpPr>
        <p:spPr>
          <a:xfrm>
            <a:off x="8359242" y="588758"/>
            <a:ext cx="695787" cy="596165"/>
          </a:xfrm>
          <a:prstGeom prst="rect">
            <a:avLst/>
          </a:prstGeom>
          <a:noFill/>
          <a:ln w="28575" cap="flat" cmpd="sng" algn="ctr">
            <a:solidFill>
              <a:srgbClr val="3210FC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cxnSp>
        <p:nvCxnSpPr>
          <p:cNvPr id="163" name="Connecteur en angle 162"/>
          <p:cNvCxnSpPr>
            <a:stCxn id="162" idx="3"/>
            <a:endCxn id="153" idx="1"/>
          </p:cNvCxnSpPr>
          <p:nvPr/>
        </p:nvCxnSpPr>
        <p:spPr>
          <a:xfrm>
            <a:off x="9055029" y="886841"/>
            <a:ext cx="1300026" cy="279032"/>
          </a:xfrm>
          <a:prstGeom prst="bentConnector3">
            <a:avLst>
              <a:gd name="adj1" fmla="val 50000"/>
            </a:avLst>
          </a:prstGeom>
          <a:ln w="28575">
            <a:solidFill>
              <a:srgbClr val="3210FC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Rectangle 163"/>
          <p:cNvSpPr/>
          <p:nvPr/>
        </p:nvSpPr>
        <p:spPr>
          <a:xfrm>
            <a:off x="7489241" y="1895878"/>
            <a:ext cx="1377876" cy="3504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1200" b="1" dirty="0">
                <a:solidFill>
                  <a:schemeClr val="tx1"/>
                </a:solidFill>
              </a:rPr>
              <a:t>Gearbox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10214971" y="1613069"/>
            <a:ext cx="2202865" cy="66375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1200" b="1" dirty="0">
                <a:solidFill>
                  <a:schemeClr val="tx1"/>
                </a:solidFill>
              </a:rPr>
              <a:t>Bearing and gear</a:t>
            </a:r>
          </a:p>
        </p:txBody>
      </p:sp>
      <p:sp>
        <p:nvSpPr>
          <p:cNvPr id="166" name="ZoneTexte 165"/>
          <p:cNvSpPr txBox="1"/>
          <p:nvPr/>
        </p:nvSpPr>
        <p:spPr>
          <a:xfrm>
            <a:off x="7679940" y="2985745"/>
            <a:ext cx="13325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Current sensor</a:t>
            </a:r>
          </a:p>
        </p:txBody>
      </p:sp>
      <p:sp>
        <p:nvSpPr>
          <p:cNvPr id="167" name="ZoneTexte 166"/>
          <p:cNvSpPr txBox="1"/>
          <p:nvPr/>
        </p:nvSpPr>
        <p:spPr>
          <a:xfrm>
            <a:off x="8826546" y="2985744"/>
            <a:ext cx="11395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Voltage sensor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1016292" y="4378427"/>
            <a:ext cx="2802984" cy="47170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1400" b="1" dirty="0">
                <a:solidFill>
                  <a:schemeClr val="tx1"/>
                </a:solidFill>
              </a:rPr>
              <a:t>LASPI test bench</a:t>
            </a:r>
          </a:p>
        </p:txBody>
      </p:sp>
      <p:sp>
        <p:nvSpPr>
          <p:cNvPr id="169" name="ZoneTexte 168"/>
          <p:cNvSpPr txBox="1"/>
          <p:nvPr/>
        </p:nvSpPr>
        <p:spPr>
          <a:xfrm>
            <a:off x="5504215" y="4571875"/>
            <a:ext cx="12688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Healthy bearing</a:t>
            </a:r>
          </a:p>
        </p:txBody>
      </p:sp>
      <p:sp>
        <p:nvSpPr>
          <p:cNvPr id="170" name="ZoneTexte 169"/>
          <p:cNvSpPr txBox="1"/>
          <p:nvPr/>
        </p:nvSpPr>
        <p:spPr>
          <a:xfrm>
            <a:off x="9919873" y="4571873"/>
            <a:ext cx="12558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Surface damage</a:t>
            </a:r>
          </a:p>
        </p:txBody>
      </p:sp>
      <p:sp>
        <p:nvSpPr>
          <p:cNvPr id="171" name="ZoneTexte 170"/>
          <p:cNvSpPr txBox="1"/>
          <p:nvPr/>
        </p:nvSpPr>
        <p:spPr>
          <a:xfrm>
            <a:off x="8710186" y="4571872"/>
            <a:ext cx="13682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Inner race defect</a:t>
            </a:r>
          </a:p>
        </p:txBody>
      </p:sp>
      <p:sp>
        <p:nvSpPr>
          <p:cNvPr id="172" name="ZoneTexte 171"/>
          <p:cNvSpPr txBox="1"/>
          <p:nvPr/>
        </p:nvSpPr>
        <p:spPr>
          <a:xfrm>
            <a:off x="11035995" y="4571874"/>
            <a:ext cx="12120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½ Tooth broken</a:t>
            </a:r>
          </a:p>
        </p:txBody>
      </p:sp>
      <p:pic>
        <p:nvPicPr>
          <p:cNvPr id="173" name="Image 172"/>
          <p:cNvPicPr>
            <a:picLocks noChangeAspect="1"/>
          </p:cNvPicPr>
          <p:nvPr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3603" t="13693" r="19910" b="15435"/>
          <a:stretch/>
        </p:blipFill>
        <p:spPr>
          <a:xfrm>
            <a:off x="6788819" y="3484154"/>
            <a:ext cx="787119" cy="900000"/>
          </a:xfrm>
          <a:prstGeom prst="rect">
            <a:avLst/>
          </a:prstGeom>
        </p:spPr>
      </p:pic>
      <p:pic>
        <p:nvPicPr>
          <p:cNvPr id="174" name="Image 173"/>
          <p:cNvPicPr>
            <a:picLocks noChangeAspect="1"/>
          </p:cNvPicPr>
          <p:nvPr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75818" l="19864" r="715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0995" t="10251" r="29005" b="23682"/>
          <a:stretch/>
        </p:blipFill>
        <p:spPr>
          <a:xfrm>
            <a:off x="5638981" y="3484154"/>
            <a:ext cx="908182" cy="900000"/>
          </a:xfrm>
          <a:prstGeom prst="rect">
            <a:avLst/>
          </a:prstGeom>
        </p:spPr>
      </p:pic>
      <p:sp>
        <p:nvSpPr>
          <p:cNvPr id="175" name="ZoneTexte 174"/>
          <p:cNvSpPr txBox="1"/>
          <p:nvPr/>
        </p:nvSpPr>
        <p:spPr>
          <a:xfrm>
            <a:off x="6531492" y="4571875"/>
            <a:ext cx="12688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Healthy gear</a:t>
            </a:r>
          </a:p>
        </p:txBody>
      </p:sp>
      <p:sp>
        <p:nvSpPr>
          <p:cNvPr id="176" name="ZoneTexte 175"/>
          <p:cNvSpPr txBox="1"/>
          <p:nvPr/>
        </p:nvSpPr>
        <p:spPr>
          <a:xfrm>
            <a:off x="7540668" y="4577110"/>
            <a:ext cx="13682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Outer race defect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1978A57-D824-84AF-EB21-FC7DBEEED319}"/>
              </a:ext>
            </a:extLst>
          </p:cNvPr>
          <p:cNvSpPr txBox="1"/>
          <p:nvPr/>
        </p:nvSpPr>
        <p:spPr>
          <a:xfrm>
            <a:off x="6471947" y="2985425"/>
            <a:ext cx="12724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Vibration sensor</a:t>
            </a:r>
          </a:p>
        </p:txBody>
      </p:sp>
      <p:pic>
        <p:nvPicPr>
          <p:cNvPr id="1026" name="Picture 2" descr="IRD521 - General Purpose Industrial Grade Vibration Sensor">
            <a:extLst>
              <a:ext uri="{FF2B5EF4-FFF2-40B4-BE49-F238E27FC236}">
                <a16:creationId xmlns:a16="http://schemas.microsoft.com/office/drawing/2014/main" id="{E26A213B-E9BF-8FB3-C469-954F9823C3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962" y="2272899"/>
            <a:ext cx="439669" cy="748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750096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</TotalTime>
  <Words>29</Words>
  <Application>Microsoft Macintosh PowerPoint</Application>
  <PresentationFormat>Personnalisé</PresentationFormat>
  <Paragraphs>13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moncef.soualhi@outlook.fr</dc:creator>
  <cp:lastModifiedBy>Moncef SOUALHI</cp:lastModifiedBy>
  <cp:revision>11</cp:revision>
  <dcterms:created xsi:type="dcterms:W3CDTF">2019-04-22T18:17:19Z</dcterms:created>
  <dcterms:modified xsi:type="dcterms:W3CDTF">2023-02-20T13:23:10Z</dcterms:modified>
</cp:coreProperties>
</file>